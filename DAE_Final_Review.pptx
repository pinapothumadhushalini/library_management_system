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73" r:id="rId5"/>
    <p:sldId id="274" r:id="rId6"/>
    <p:sldId id="275" r:id="rId7"/>
    <p:sldId id="259" r:id="rId8"/>
    <p:sldId id="276" r:id="rId9"/>
    <p:sldId id="260" r:id="rId10"/>
    <p:sldId id="278" r:id="rId11"/>
    <p:sldId id="279" r:id="rId12"/>
    <p:sldId id="280" r:id="rId13"/>
    <p:sldId id="281" r:id="rId14"/>
    <p:sldId id="263" r:id="rId15"/>
    <p:sldId id="265" r:id="rId16"/>
    <p:sldId id="277" r:id="rId17"/>
    <p:sldId id="270"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FEFE"/>
    <a:srgbClr val="FFFFFF"/>
    <a:srgbClr val="F2F5F9"/>
    <a:srgbClr val="DDDDDD"/>
    <a:srgbClr val="B9BBB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0E2604-7E10-46E1-B468-B437596808B8}" v="70" dt="2026-10-25T15:09:02.2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napToObjects="1">
      <p:cViewPr varScale="1">
        <p:scale>
          <a:sx n="78" d="100"/>
          <a:sy n="78" d="100"/>
        </p:scale>
        <p:origin x="86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 Shalini Pinapothu" userId="0aff7f163cff68f7" providerId="LiveId" clId="{DE1906F3-D65A-43FA-A443-A58BFB2C4386}"/>
    <pc:docChg chg="undo redo custSel addSld delSld modSld">
      <pc:chgData name="Madhu Shalini Pinapothu" userId="0aff7f163cff68f7" providerId="LiveId" clId="{DE1906F3-D65A-43FA-A443-A58BFB2C4386}" dt="2026-10-25T15:08:50.229" v="629"/>
      <pc:docMkLst>
        <pc:docMk/>
      </pc:docMkLst>
      <pc:sldChg chg="modSp mod">
        <pc:chgData name="Madhu Shalini Pinapothu" userId="0aff7f163cff68f7" providerId="LiveId" clId="{DE1906F3-D65A-43FA-A443-A58BFB2C4386}" dt="2026-10-25T11:31:10.412" v="9" actId="20577"/>
        <pc:sldMkLst>
          <pc:docMk/>
          <pc:sldMk cId="0" sldId="256"/>
        </pc:sldMkLst>
        <pc:spChg chg="mod">
          <ac:chgData name="Madhu Shalini Pinapothu" userId="0aff7f163cff68f7" providerId="LiveId" clId="{DE1906F3-D65A-43FA-A443-A58BFB2C4386}" dt="2026-10-25T11:31:10.412" v="9" actId="20577"/>
          <ac:spMkLst>
            <pc:docMk/>
            <pc:sldMk cId="0" sldId="256"/>
            <ac:spMk id="3" creationId="{00000000-0000-0000-0000-000000000000}"/>
          </ac:spMkLst>
        </pc:spChg>
      </pc:sldChg>
      <pc:sldChg chg="delSp modSp mod">
        <pc:chgData name="Madhu Shalini Pinapothu" userId="0aff7f163cff68f7" providerId="LiveId" clId="{DE1906F3-D65A-43FA-A443-A58BFB2C4386}" dt="2026-10-25T15:01:55.561" v="625" actId="255"/>
        <pc:sldMkLst>
          <pc:docMk/>
          <pc:sldMk cId="0" sldId="257"/>
        </pc:sldMkLst>
        <pc:spChg chg="mod">
          <ac:chgData name="Madhu Shalini Pinapothu" userId="0aff7f163cff68f7" providerId="LiveId" clId="{DE1906F3-D65A-43FA-A443-A58BFB2C4386}" dt="2026-10-25T15:01:55.561" v="625" actId="255"/>
          <ac:spMkLst>
            <pc:docMk/>
            <pc:sldMk cId="0" sldId="257"/>
            <ac:spMk id="20" creationId="{1934A5E3-D3D6-F53F-1A21-4779D49C2A43}"/>
          </ac:spMkLst>
        </pc:spChg>
        <pc:spChg chg="mod">
          <ac:chgData name="Madhu Shalini Pinapothu" userId="0aff7f163cff68f7" providerId="LiveId" clId="{DE1906F3-D65A-43FA-A443-A58BFB2C4386}" dt="2026-10-25T15:01:44.685" v="624" actId="1076"/>
          <ac:spMkLst>
            <pc:docMk/>
            <pc:sldMk cId="0" sldId="257"/>
            <ac:spMk id="22" creationId="{62B06E1B-52AF-EDE7-6F4D-84FC4FF8FB65}"/>
          </ac:spMkLst>
        </pc:spChg>
        <pc:spChg chg="del mod">
          <ac:chgData name="Madhu Shalini Pinapothu" userId="0aff7f163cff68f7" providerId="LiveId" clId="{DE1906F3-D65A-43FA-A443-A58BFB2C4386}" dt="2026-10-25T11:36:22.994" v="50"/>
          <ac:spMkLst>
            <pc:docMk/>
            <pc:sldMk cId="0" sldId="257"/>
            <ac:spMk id="28" creationId="{0BAFCA30-D502-4381-21A4-BF46359EDF76}"/>
          </ac:spMkLst>
        </pc:spChg>
      </pc:sldChg>
      <pc:sldChg chg="delSp modSp mod">
        <pc:chgData name="Madhu Shalini Pinapothu" userId="0aff7f163cff68f7" providerId="LiveId" clId="{DE1906F3-D65A-43FA-A443-A58BFB2C4386}" dt="2026-10-25T15:02:43.870" v="628" actId="1076"/>
        <pc:sldMkLst>
          <pc:docMk/>
          <pc:sldMk cId="0" sldId="258"/>
        </pc:sldMkLst>
        <pc:spChg chg="mod">
          <ac:chgData name="Madhu Shalini Pinapothu" userId="0aff7f163cff68f7" providerId="LiveId" clId="{DE1906F3-D65A-43FA-A443-A58BFB2C4386}" dt="2026-10-25T15:02:43.870" v="628" actId="1076"/>
          <ac:spMkLst>
            <pc:docMk/>
            <pc:sldMk cId="0" sldId="258"/>
            <ac:spMk id="4" creationId="{00000000-0000-0000-0000-000000000000}"/>
          </ac:spMkLst>
        </pc:spChg>
        <pc:spChg chg="del mod">
          <ac:chgData name="Madhu Shalini Pinapothu" userId="0aff7f163cff68f7" providerId="LiveId" clId="{DE1906F3-D65A-43FA-A443-A58BFB2C4386}" dt="2026-10-25T11:37:38.752" v="57"/>
          <ac:spMkLst>
            <pc:docMk/>
            <pc:sldMk cId="0" sldId="258"/>
            <ac:spMk id="13" creationId="{4D11D023-B973-ED51-594D-1812B8955084}"/>
          </ac:spMkLst>
        </pc:spChg>
      </pc:sldChg>
      <pc:sldChg chg="addSp delSp modSp mod">
        <pc:chgData name="Madhu Shalini Pinapothu" userId="0aff7f163cff68f7" providerId="LiveId" clId="{DE1906F3-D65A-43FA-A443-A58BFB2C4386}" dt="2026-10-25T12:26:56.583" v="461" actId="1076"/>
        <pc:sldMkLst>
          <pc:docMk/>
          <pc:sldMk cId="0" sldId="259"/>
        </pc:sldMkLst>
        <pc:spChg chg="mod">
          <ac:chgData name="Madhu Shalini Pinapothu" userId="0aff7f163cff68f7" providerId="LiveId" clId="{DE1906F3-D65A-43FA-A443-A58BFB2C4386}" dt="2026-10-25T11:59:44.499" v="390" actId="1076"/>
          <ac:spMkLst>
            <pc:docMk/>
            <pc:sldMk cId="0" sldId="259"/>
            <ac:spMk id="3" creationId="{00000000-0000-0000-0000-000000000000}"/>
          </ac:spMkLst>
        </pc:spChg>
        <pc:spChg chg="del mod">
          <ac:chgData name="Madhu Shalini Pinapothu" userId="0aff7f163cff68f7" providerId="LiveId" clId="{DE1906F3-D65A-43FA-A443-A58BFB2C4386}" dt="2026-10-25T11:58:23.698" v="384" actId="478"/>
          <ac:spMkLst>
            <pc:docMk/>
            <pc:sldMk cId="0" sldId="259"/>
            <ac:spMk id="9" creationId="{46B4A7C5-BFD8-AAD1-9830-6545C54ED9FD}"/>
          </ac:spMkLst>
        </pc:spChg>
        <pc:spChg chg="del mod">
          <ac:chgData name="Madhu Shalini Pinapothu" userId="0aff7f163cff68f7" providerId="LiveId" clId="{DE1906F3-D65A-43FA-A443-A58BFB2C4386}" dt="2026-10-25T11:58:21.827" v="383"/>
          <ac:spMkLst>
            <pc:docMk/>
            <pc:sldMk cId="0" sldId="259"/>
            <ac:spMk id="13" creationId="{CEC73FA3-69CD-FC7B-0579-7829C4309C2B}"/>
          </ac:spMkLst>
        </pc:spChg>
        <pc:graphicFrameChg chg="del">
          <ac:chgData name="Madhu Shalini Pinapothu" userId="0aff7f163cff68f7" providerId="LiveId" clId="{DE1906F3-D65A-43FA-A443-A58BFB2C4386}" dt="2026-10-25T11:58:10.267" v="378" actId="478"/>
          <ac:graphicFrameMkLst>
            <pc:docMk/>
            <pc:sldMk cId="0" sldId="259"/>
            <ac:graphicFrameMk id="4" creationId="{00000000-0000-0000-0000-000000000000}"/>
          </ac:graphicFrameMkLst>
        </pc:graphicFrameChg>
        <pc:graphicFrameChg chg="add mod">
          <ac:chgData name="Madhu Shalini Pinapothu" userId="0aff7f163cff68f7" providerId="LiveId" clId="{DE1906F3-D65A-43FA-A443-A58BFB2C4386}" dt="2026-10-25T12:26:56.583" v="461" actId="1076"/>
          <ac:graphicFrameMkLst>
            <pc:docMk/>
            <pc:sldMk cId="0" sldId="259"/>
            <ac:graphicFrameMk id="6" creationId="{E4DC116B-49B1-E181-CBBC-09C0EC40E13C}"/>
          </ac:graphicFrameMkLst>
        </pc:graphicFrameChg>
      </pc:sldChg>
      <pc:sldChg chg="addSp delSp modSp add del mod setBg">
        <pc:chgData name="Madhu Shalini Pinapothu" userId="0aff7f163cff68f7" providerId="LiveId" clId="{DE1906F3-D65A-43FA-A443-A58BFB2C4386}" dt="2026-10-25T12:27:28.801" v="462"/>
        <pc:sldMkLst>
          <pc:docMk/>
          <pc:sldMk cId="0" sldId="260"/>
        </pc:sldMkLst>
        <pc:spChg chg="mod">
          <ac:chgData name="Madhu Shalini Pinapothu" userId="0aff7f163cff68f7" providerId="LiveId" clId="{DE1906F3-D65A-43FA-A443-A58BFB2C4386}" dt="2026-10-25T12:04:12.513" v="425" actId="1076"/>
          <ac:spMkLst>
            <pc:docMk/>
            <pc:sldMk cId="0" sldId="260"/>
            <ac:spMk id="3" creationId="{00000000-0000-0000-0000-000000000000}"/>
          </ac:spMkLst>
        </pc:spChg>
        <pc:spChg chg="del">
          <ac:chgData name="Madhu Shalini Pinapothu" userId="0aff7f163cff68f7" providerId="LiveId" clId="{DE1906F3-D65A-43FA-A443-A58BFB2C4386}" dt="2026-10-25T12:02:29.355" v="394" actId="478"/>
          <ac:spMkLst>
            <pc:docMk/>
            <pc:sldMk cId="0" sldId="260"/>
            <ac:spMk id="5" creationId="{00000000-0000-0000-0000-000000000000}"/>
          </ac:spMkLst>
        </pc:spChg>
        <pc:spChg chg="del mod">
          <ac:chgData name="Madhu Shalini Pinapothu" userId="0aff7f163cff68f7" providerId="LiveId" clId="{DE1906F3-D65A-43FA-A443-A58BFB2C4386}" dt="2026-10-25T12:02:37.258" v="399"/>
          <ac:spMkLst>
            <pc:docMk/>
            <pc:sldMk cId="0" sldId="260"/>
            <ac:spMk id="6" creationId="{00000000-0000-0000-0000-000000000000}"/>
          </ac:spMkLst>
        </pc:spChg>
        <pc:spChg chg="del">
          <ac:chgData name="Madhu Shalini Pinapothu" userId="0aff7f163cff68f7" providerId="LiveId" clId="{DE1906F3-D65A-43FA-A443-A58BFB2C4386}" dt="2026-10-25T12:02:37.256" v="397" actId="478"/>
          <ac:spMkLst>
            <pc:docMk/>
            <pc:sldMk cId="0" sldId="260"/>
            <ac:spMk id="7" creationId="{00000000-0000-0000-0000-000000000000}"/>
          </ac:spMkLst>
        </pc:spChg>
        <pc:spChg chg="del mod">
          <ac:chgData name="Madhu Shalini Pinapothu" userId="0aff7f163cff68f7" providerId="LiveId" clId="{DE1906F3-D65A-43FA-A443-A58BFB2C4386}" dt="2026-10-25T12:02:37.260" v="401"/>
          <ac:spMkLst>
            <pc:docMk/>
            <pc:sldMk cId="0" sldId="260"/>
            <ac:spMk id="8" creationId="{00000000-0000-0000-0000-000000000000}"/>
          </ac:spMkLst>
        </pc:spChg>
        <pc:spChg chg="del">
          <ac:chgData name="Madhu Shalini Pinapothu" userId="0aff7f163cff68f7" providerId="LiveId" clId="{DE1906F3-D65A-43FA-A443-A58BFB2C4386}" dt="2026-10-25T12:02:41.870" v="403" actId="478"/>
          <ac:spMkLst>
            <pc:docMk/>
            <pc:sldMk cId="0" sldId="260"/>
            <ac:spMk id="9" creationId="{00000000-0000-0000-0000-000000000000}"/>
          </ac:spMkLst>
        </pc:spChg>
        <pc:spChg chg="del mod">
          <ac:chgData name="Madhu Shalini Pinapothu" userId="0aff7f163cff68f7" providerId="LiveId" clId="{DE1906F3-D65A-43FA-A443-A58BFB2C4386}" dt="2026-10-25T12:02:41.872" v="405"/>
          <ac:spMkLst>
            <pc:docMk/>
            <pc:sldMk cId="0" sldId="260"/>
            <ac:spMk id="10" creationId="{00000000-0000-0000-0000-000000000000}"/>
          </ac:spMkLst>
        </pc:spChg>
        <pc:spChg chg="del">
          <ac:chgData name="Madhu Shalini Pinapothu" userId="0aff7f163cff68f7" providerId="LiveId" clId="{DE1906F3-D65A-43FA-A443-A58BFB2C4386}" dt="2026-10-25T12:02:46.076" v="407" actId="478"/>
          <ac:spMkLst>
            <pc:docMk/>
            <pc:sldMk cId="0" sldId="260"/>
            <ac:spMk id="11" creationId="{00000000-0000-0000-0000-000000000000}"/>
          </ac:spMkLst>
        </pc:spChg>
        <pc:spChg chg="del mod">
          <ac:chgData name="Madhu Shalini Pinapothu" userId="0aff7f163cff68f7" providerId="LiveId" clId="{DE1906F3-D65A-43FA-A443-A58BFB2C4386}" dt="2026-10-25T12:02:46.078" v="409"/>
          <ac:spMkLst>
            <pc:docMk/>
            <pc:sldMk cId="0" sldId="260"/>
            <ac:spMk id="12" creationId="{00000000-0000-0000-0000-000000000000}"/>
          </ac:spMkLst>
        </pc:spChg>
        <pc:spChg chg="del mod">
          <ac:chgData name="Madhu Shalini Pinapothu" userId="0aff7f163cff68f7" providerId="LiveId" clId="{DE1906F3-D65A-43FA-A443-A58BFB2C4386}" dt="2026-10-25T12:04:08.456" v="424"/>
          <ac:spMkLst>
            <pc:docMk/>
            <pc:sldMk cId="0" sldId="260"/>
            <ac:spMk id="19" creationId="{6C98BF73-2A0A-1719-DD4F-ACA80074DECB}"/>
          </ac:spMkLst>
        </pc:spChg>
        <pc:picChg chg="add mod">
          <ac:chgData name="Madhu Shalini Pinapothu" userId="0aff7f163cff68f7" providerId="LiveId" clId="{DE1906F3-D65A-43FA-A443-A58BFB2C4386}" dt="2026-10-25T12:04:53.211" v="430" actId="1076"/>
          <ac:picMkLst>
            <pc:docMk/>
            <pc:sldMk cId="0" sldId="260"/>
            <ac:picMk id="4" creationId="{0131E671-1618-0D06-464E-480A3208826A}"/>
          </ac:picMkLst>
        </pc:picChg>
        <pc:picChg chg="del">
          <ac:chgData name="Madhu Shalini Pinapothu" userId="0aff7f163cff68f7" providerId="LiveId" clId="{DE1906F3-D65A-43FA-A443-A58BFB2C4386}" dt="2026-10-25T12:02:20.255" v="391" actId="478"/>
          <ac:picMkLst>
            <pc:docMk/>
            <pc:sldMk cId="0" sldId="260"/>
            <ac:picMk id="18" creationId="{404476F5-8C85-D3B0-EE47-7F2006657170}"/>
          </ac:picMkLst>
        </pc:picChg>
      </pc:sldChg>
      <pc:sldChg chg="del">
        <pc:chgData name="Madhu Shalini Pinapothu" userId="0aff7f163cff68f7" providerId="LiveId" clId="{DE1906F3-D65A-43FA-A443-A58BFB2C4386}" dt="2026-10-25T12:28:14.728" v="464" actId="47"/>
        <pc:sldMkLst>
          <pc:docMk/>
          <pc:sldMk cId="0" sldId="262"/>
        </pc:sldMkLst>
      </pc:sldChg>
      <pc:sldChg chg="add del setBg">
        <pc:chgData name="Madhu Shalini Pinapothu" userId="0aff7f163cff68f7" providerId="LiveId" clId="{DE1906F3-D65A-43FA-A443-A58BFB2C4386}" dt="2026-10-25T15:08:50.229" v="629"/>
        <pc:sldMkLst>
          <pc:docMk/>
          <pc:sldMk cId="0" sldId="263"/>
        </pc:sldMkLst>
      </pc:sldChg>
      <pc:sldChg chg="add del setBg">
        <pc:chgData name="Madhu Shalini Pinapothu" userId="0aff7f163cff68f7" providerId="LiveId" clId="{DE1906F3-D65A-43FA-A443-A58BFB2C4386}" dt="2026-10-25T12:29:12.877" v="470"/>
        <pc:sldMkLst>
          <pc:docMk/>
          <pc:sldMk cId="0" sldId="265"/>
        </pc:sldMkLst>
      </pc:sldChg>
      <pc:sldChg chg="del">
        <pc:chgData name="Madhu Shalini Pinapothu" userId="0aff7f163cff68f7" providerId="LiveId" clId="{DE1906F3-D65A-43FA-A443-A58BFB2C4386}" dt="2026-10-25T12:28:26.338" v="467" actId="47"/>
        <pc:sldMkLst>
          <pc:docMk/>
          <pc:sldMk cId="0" sldId="266"/>
        </pc:sldMkLst>
      </pc:sldChg>
      <pc:sldChg chg="del">
        <pc:chgData name="Madhu Shalini Pinapothu" userId="0aff7f163cff68f7" providerId="LiveId" clId="{DE1906F3-D65A-43FA-A443-A58BFB2C4386}" dt="2026-10-25T12:28:28.276" v="468" actId="47"/>
        <pc:sldMkLst>
          <pc:docMk/>
          <pc:sldMk cId="0" sldId="267"/>
        </pc:sldMkLst>
      </pc:sldChg>
      <pc:sldChg chg="add del setBg">
        <pc:chgData name="Madhu Shalini Pinapothu" userId="0aff7f163cff68f7" providerId="LiveId" clId="{DE1906F3-D65A-43FA-A443-A58BFB2C4386}" dt="2026-10-25T13:10:22.401" v="478" actId="47"/>
        <pc:sldMkLst>
          <pc:docMk/>
          <pc:sldMk cId="0" sldId="268"/>
        </pc:sldMkLst>
      </pc:sldChg>
      <pc:sldChg chg="modSp mod">
        <pc:chgData name="Madhu Shalini Pinapothu" userId="0aff7f163cff68f7" providerId="LiveId" clId="{DE1906F3-D65A-43FA-A443-A58BFB2C4386}" dt="2026-10-25T14:55:19.510" v="606"/>
        <pc:sldMkLst>
          <pc:docMk/>
          <pc:sldMk cId="0" sldId="270"/>
        </pc:sldMkLst>
        <pc:spChg chg="mod">
          <ac:chgData name="Madhu Shalini Pinapothu" userId="0aff7f163cff68f7" providerId="LiveId" clId="{DE1906F3-D65A-43FA-A443-A58BFB2C4386}" dt="2026-10-25T12:30:14.923" v="472" actId="20577"/>
          <ac:spMkLst>
            <pc:docMk/>
            <pc:sldMk cId="0" sldId="270"/>
            <ac:spMk id="3" creationId="{00000000-0000-0000-0000-000000000000}"/>
          </ac:spMkLst>
        </pc:spChg>
        <pc:spChg chg="mod">
          <ac:chgData name="Madhu Shalini Pinapothu" userId="0aff7f163cff68f7" providerId="LiveId" clId="{DE1906F3-D65A-43FA-A443-A58BFB2C4386}" dt="2026-10-25T14:55:19.510" v="606"/>
          <ac:spMkLst>
            <pc:docMk/>
            <pc:sldMk cId="0" sldId="270"/>
            <ac:spMk id="4" creationId="{00000000-0000-0000-0000-000000000000}"/>
          </ac:spMkLst>
        </pc:spChg>
      </pc:sldChg>
      <pc:sldChg chg="modSp del mod">
        <pc:chgData name="Madhu Shalini Pinapothu" userId="0aff7f163cff68f7" providerId="LiveId" clId="{DE1906F3-D65A-43FA-A443-A58BFB2C4386}" dt="2026-10-25T11:40:46.902" v="85" actId="47"/>
        <pc:sldMkLst>
          <pc:docMk/>
          <pc:sldMk cId="3936902071" sldId="272"/>
        </pc:sldMkLst>
        <pc:spChg chg="mod">
          <ac:chgData name="Madhu Shalini Pinapothu" userId="0aff7f163cff68f7" providerId="LiveId" clId="{DE1906F3-D65A-43FA-A443-A58BFB2C4386}" dt="2026-10-25T11:40:14.050" v="84" actId="120"/>
          <ac:spMkLst>
            <pc:docMk/>
            <pc:sldMk cId="3936902071" sldId="272"/>
            <ac:spMk id="34" creationId="{F5D72254-C9A5-09A5-45CB-26BBCE865E48}"/>
          </ac:spMkLst>
        </pc:spChg>
      </pc:sldChg>
      <pc:sldChg chg="modSp add mod setBg">
        <pc:chgData name="Madhu Shalini Pinapothu" userId="0aff7f163cff68f7" providerId="LiveId" clId="{DE1906F3-D65A-43FA-A443-A58BFB2C4386}" dt="2026-10-25T15:00:59.440" v="622" actId="12"/>
        <pc:sldMkLst>
          <pc:docMk/>
          <pc:sldMk cId="2122075759" sldId="273"/>
        </pc:sldMkLst>
        <pc:spChg chg="mod">
          <ac:chgData name="Madhu Shalini Pinapothu" userId="0aff7f163cff68f7" providerId="LiveId" clId="{DE1906F3-D65A-43FA-A443-A58BFB2C4386}" dt="2026-10-25T11:39:32.612" v="77" actId="1076"/>
          <ac:spMkLst>
            <pc:docMk/>
            <pc:sldMk cId="2122075759" sldId="273"/>
            <ac:spMk id="3" creationId="{EDB36D13-888F-0C0A-4E02-4D65F1F0733F}"/>
          </ac:spMkLst>
        </pc:spChg>
        <pc:spChg chg="mod">
          <ac:chgData name="Madhu Shalini Pinapothu" userId="0aff7f163cff68f7" providerId="LiveId" clId="{DE1906F3-D65A-43FA-A443-A58BFB2C4386}" dt="2026-10-25T15:00:59.440" v="622" actId="12"/>
          <ac:spMkLst>
            <pc:docMk/>
            <pc:sldMk cId="2122075759" sldId="273"/>
            <ac:spMk id="4" creationId="{EB9C58DB-7096-E758-6B90-ED10DC27A7B4}"/>
          </ac:spMkLst>
        </pc:spChg>
      </pc:sldChg>
      <pc:sldChg chg="addSp delSp modSp add del mod setBg">
        <pc:chgData name="Madhu Shalini Pinapothu" userId="0aff7f163cff68f7" providerId="LiveId" clId="{DE1906F3-D65A-43FA-A443-A58BFB2C4386}" dt="2026-10-25T11:57:10.418" v="375" actId="47"/>
        <pc:sldMkLst>
          <pc:docMk/>
          <pc:sldMk cId="1126066935" sldId="274"/>
        </pc:sldMkLst>
        <pc:spChg chg="mod">
          <ac:chgData name="Madhu Shalini Pinapothu" userId="0aff7f163cff68f7" providerId="LiveId" clId="{DE1906F3-D65A-43FA-A443-A58BFB2C4386}" dt="2026-10-25T11:41:09.100" v="113" actId="20577"/>
          <ac:spMkLst>
            <pc:docMk/>
            <pc:sldMk cId="1126066935" sldId="274"/>
            <ac:spMk id="3" creationId="{E6C5E68C-B50E-BB92-30CB-140FCE43E1E6}"/>
          </ac:spMkLst>
        </pc:spChg>
        <pc:spChg chg="mod">
          <ac:chgData name="Madhu Shalini Pinapothu" userId="0aff7f163cff68f7" providerId="LiveId" clId="{DE1906F3-D65A-43FA-A443-A58BFB2C4386}" dt="2026-10-25T11:57:07.714" v="374" actId="113"/>
          <ac:spMkLst>
            <pc:docMk/>
            <pc:sldMk cId="1126066935" sldId="274"/>
            <ac:spMk id="4" creationId="{27120650-D53C-3C99-00EF-BD519150C134}"/>
          </ac:spMkLst>
        </pc:spChg>
        <pc:spChg chg="del">
          <ac:chgData name="Madhu Shalini Pinapothu" userId="0aff7f163cff68f7" providerId="LiveId" clId="{DE1906F3-D65A-43FA-A443-A58BFB2C4386}" dt="2026-10-25T11:41:30.147" v="120" actId="478"/>
          <ac:spMkLst>
            <pc:docMk/>
            <pc:sldMk cId="1126066935" sldId="274"/>
            <ac:spMk id="5" creationId="{D7464A51-3EFF-E8BE-0ADA-AABFEA91483D}"/>
          </ac:spMkLst>
        </pc:spChg>
        <pc:spChg chg="del">
          <ac:chgData name="Madhu Shalini Pinapothu" userId="0aff7f163cff68f7" providerId="LiveId" clId="{DE1906F3-D65A-43FA-A443-A58BFB2C4386}" dt="2026-10-25T11:41:13.577" v="114" actId="478"/>
          <ac:spMkLst>
            <pc:docMk/>
            <pc:sldMk cId="1126066935" sldId="274"/>
            <ac:spMk id="6" creationId="{C1A23C7C-FEB6-409A-D9D6-CDC633EDAB58}"/>
          </ac:spMkLst>
        </pc:spChg>
        <pc:spChg chg="del">
          <ac:chgData name="Madhu Shalini Pinapothu" userId="0aff7f163cff68f7" providerId="LiveId" clId="{DE1906F3-D65A-43FA-A443-A58BFB2C4386}" dt="2026-10-25T11:41:27.779" v="119" actId="478"/>
          <ac:spMkLst>
            <pc:docMk/>
            <pc:sldMk cId="1126066935" sldId="274"/>
            <ac:spMk id="7" creationId="{4841D63F-90D7-EF7D-A80B-E5DE10C2CF04}"/>
          </ac:spMkLst>
        </pc:spChg>
        <pc:spChg chg="del">
          <ac:chgData name="Madhu Shalini Pinapothu" userId="0aff7f163cff68f7" providerId="LiveId" clId="{DE1906F3-D65A-43FA-A443-A58BFB2C4386}" dt="2026-10-25T11:41:16.107" v="115" actId="478"/>
          <ac:spMkLst>
            <pc:docMk/>
            <pc:sldMk cId="1126066935" sldId="274"/>
            <ac:spMk id="8" creationId="{6215D87F-6493-E43E-77D1-F75D83E125E8}"/>
          </ac:spMkLst>
        </pc:spChg>
        <pc:spChg chg="del">
          <ac:chgData name="Madhu Shalini Pinapothu" userId="0aff7f163cff68f7" providerId="LiveId" clId="{DE1906F3-D65A-43FA-A443-A58BFB2C4386}" dt="2026-10-25T11:41:32.574" v="121" actId="478"/>
          <ac:spMkLst>
            <pc:docMk/>
            <pc:sldMk cId="1126066935" sldId="274"/>
            <ac:spMk id="9" creationId="{26E21830-B3F2-8E70-F9E6-16FAD6A7EE41}"/>
          </ac:spMkLst>
        </pc:spChg>
        <pc:spChg chg="del mod">
          <ac:chgData name="Madhu Shalini Pinapothu" userId="0aff7f163cff68f7" providerId="LiveId" clId="{DE1906F3-D65A-43FA-A443-A58BFB2C4386}" dt="2026-10-25T11:41:34.338" v="122" actId="478"/>
          <ac:spMkLst>
            <pc:docMk/>
            <pc:sldMk cId="1126066935" sldId="274"/>
            <ac:spMk id="10" creationId="{9ACD1315-7650-6789-8EC5-2185BE833783}"/>
          </ac:spMkLst>
        </pc:spChg>
        <pc:spChg chg="del">
          <ac:chgData name="Madhu Shalini Pinapothu" userId="0aff7f163cff68f7" providerId="LiveId" clId="{DE1906F3-D65A-43FA-A443-A58BFB2C4386}" dt="2026-10-25T11:41:36.595" v="123" actId="478"/>
          <ac:spMkLst>
            <pc:docMk/>
            <pc:sldMk cId="1126066935" sldId="274"/>
            <ac:spMk id="11" creationId="{3D6D87CA-9866-1869-F22C-E4C3C7623C7F}"/>
          </ac:spMkLst>
        </pc:spChg>
        <pc:spChg chg="del">
          <ac:chgData name="Madhu Shalini Pinapothu" userId="0aff7f163cff68f7" providerId="LiveId" clId="{DE1906F3-D65A-43FA-A443-A58BFB2C4386}" dt="2026-10-25T11:41:24.056" v="118" actId="478"/>
          <ac:spMkLst>
            <pc:docMk/>
            <pc:sldMk cId="1126066935" sldId="274"/>
            <ac:spMk id="12" creationId="{29F0D94E-E493-A256-5DCC-8EDF4566E473}"/>
          </ac:spMkLst>
        </pc:spChg>
        <pc:spChg chg="del">
          <ac:chgData name="Madhu Shalini Pinapothu" userId="0aff7f163cff68f7" providerId="LiveId" clId="{DE1906F3-D65A-43FA-A443-A58BFB2C4386}" dt="2026-10-25T11:41:55.275" v="131" actId="478"/>
          <ac:spMkLst>
            <pc:docMk/>
            <pc:sldMk cId="1126066935" sldId="274"/>
            <ac:spMk id="13" creationId="{D78C0858-B071-0197-06A4-A2679FFE6D24}"/>
          </ac:spMkLst>
        </pc:spChg>
        <pc:spChg chg="del">
          <ac:chgData name="Madhu Shalini Pinapothu" userId="0aff7f163cff68f7" providerId="LiveId" clId="{DE1906F3-D65A-43FA-A443-A58BFB2C4386}" dt="2026-10-25T11:41:42.703" v="125" actId="478"/>
          <ac:spMkLst>
            <pc:docMk/>
            <pc:sldMk cId="1126066935" sldId="274"/>
            <ac:spMk id="14" creationId="{E66605B5-B209-7268-12AC-720807CE6AC4}"/>
          </ac:spMkLst>
        </pc:spChg>
        <pc:spChg chg="del">
          <ac:chgData name="Madhu Shalini Pinapothu" userId="0aff7f163cff68f7" providerId="LiveId" clId="{DE1906F3-D65A-43FA-A443-A58BFB2C4386}" dt="2026-10-25T11:41:53.264" v="130" actId="478"/>
          <ac:spMkLst>
            <pc:docMk/>
            <pc:sldMk cId="1126066935" sldId="274"/>
            <ac:spMk id="15" creationId="{F281CBFD-EDC3-3BCC-BEB9-CEF482499B61}"/>
          </ac:spMkLst>
        </pc:spChg>
        <pc:spChg chg="del">
          <ac:chgData name="Madhu Shalini Pinapothu" userId="0aff7f163cff68f7" providerId="LiveId" clId="{DE1906F3-D65A-43FA-A443-A58BFB2C4386}" dt="2026-10-25T11:41:40.861" v="124" actId="478"/>
          <ac:spMkLst>
            <pc:docMk/>
            <pc:sldMk cId="1126066935" sldId="274"/>
            <ac:spMk id="16" creationId="{EA65D41B-5967-D99A-903B-91DE3D31D629}"/>
          </ac:spMkLst>
        </pc:spChg>
        <pc:spChg chg="del">
          <ac:chgData name="Madhu Shalini Pinapothu" userId="0aff7f163cff68f7" providerId="LiveId" clId="{DE1906F3-D65A-43FA-A443-A58BFB2C4386}" dt="2026-10-25T11:41:51.134" v="129" actId="478"/>
          <ac:spMkLst>
            <pc:docMk/>
            <pc:sldMk cId="1126066935" sldId="274"/>
            <ac:spMk id="17" creationId="{02FA8526-CE89-20C4-BC2A-A2805DE831FC}"/>
          </ac:spMkLst>
        </pc:spChg>
        <pc:spChg chg="del">
          <ac:chgData name="Madhu Shalini Pinapothu" userId="0aff7f163cff68f7" providerId="LiveId" clId="{DE1906F3-D65A-43FA-A443-A58BFB2C4386}" dt="2026-10-25T11:41:44.773" v="126" actId="478"/>
          <ac:spMkLst>
            <pc:docMk/>
            <pc:sldMk cId="1126066935" sldId="274"/>
            <ac:spMk id="18" creationId="{E3DC1E82-60BB-AF59-6CBA-1C7F20AC1979}"/>
          </ac:spMkLst>
        </pc:spChg>
        <pc:spChg chg="del">
          <ac:chgData name="Madhu Shalini Pinapothu" userId="0aff7f163cff68f7" providerId="LiveId" clId="{DE1906F3-D65A-43FA-A443-A58BFB2C4386}" dt="2026-10-25T11:41:48.887" v="128" actId="478"/>
          <ac:spMkLst>
            <pc:docMk/>
            <pc:sldMk cId="1126066935" sldId="274"/>
            <ac:spMk id="19" creationId="{3266B1D9-5865-9F66-A845-D1F80051751A}"/>
          </ac:spMkLst>
        </pc:spChg>
        <pc:spChg chg="del">
          <ac:chgData name="Madhu Shalini Pinapothu" userId="0aff7f163cff68f7" providerId="LiveId" clId="{DE1906F3-D65A-43FA-A443-A58BFB2C4386}" dt="2026-10-25T11:41:46.738" v="127" actId="478"/>
          <ac:spMkLst>
            <pc:docMk/>
            <pc:sldMk cId="1126066935" sldId="274"/>
            <ac:spMk id="20" creationId="{C9B748F0-268C-6D08-1B8C-9151C93C66E3}"/>
          </ac:spMkLst>
        </pc:spChg>
        <pc:spChg chg="add del mod">
          <ac:chgData name="Madhu Shalini Pinapothu" userId="0aff7f163cff68f7" providerId="LiveId" clId="{DE1906F3-D65A-43FA-A443-A58BFB2C4386}" dt="2026-10-25T11:43:25.129" v="156" actId="478"/>
          <ac:spMkLst>
            <pc:docMk/>
            <pc:sldMk cId="1126066935" sldId="274"/>
            <ac:spMk id="22" creationId="{2B05F8AE-3B21-2DFD-E3B0-41D9869C3014}"/>
          </ac:spMkLst>
        </pc:spChg>
        <pc:spChg chg="add mod">
          <ac:chgData name="Madhu Shalini Pinapothu" userId="0aff7f163cff68f7" providerId="LiveId" clId="{DE1906F3-D65A-43FA-A443-A58BFB2C4386}" dt="2026-10-25T11:54:25.376" v="359" actId="255"/>
          <ac:spMkLst>
            <pc:docMk/>
            <pc:sldMk cId="1126066935" sldId="274"/>
            <ac:spMk id="25" creationId="{CCF24BB7-BD64-6100-05AA-9B8D23973530}"/>
          </ac:spMkLst>
        </pc:spChg>
        <pc:spChg chg="add mod">
          <ac:chgData name="Madhu Shalini Pinapothu" userId="0aff7f163cff68f7" providerId="LiveId" clId="{DE1906F3-D65A-43FA-A443-A58BFB2C4386}" dt="2026-10-25T11:56:20.609" v="368" actId="113"/>
          <ac:spMkLst>
            <pc:docMk/>
            <pc:sldMk cId="1126066935" sldId="274"/>
            <ac:spMk id="27" creationId="{7CE21D22-2726-4122-4089-B052A4DA0060}"/>
          </ac:spMkLst>
        </pc:spChg>
        <pc:spChg chg="add mod">
          <ac:chgData name="Madhu Shalini Pinapothu" userId="0aff7f163cff68f7" providerId="LiveId" clId="{DE1906F3-D65A-43FA-A443-A58BFB2C4386}" dt="2026-10-25T11:55:06.588" v="361" actId="255"/>
          <ac:spMkLst>
            <pc:docMk/>
            <pc:sldMk cId="1126066935" sldId="274"/>
            <ac:spMk id="29" creationId="{30E39C6E-1302-9F4A-5093-35C720B7698C}"/>
          </ac:spMkLst>
        </pc:spChg>
        <pc:spChg chg="add mod">
          <ac:chgData name="Madhu Shalini Pinapothu" userId="0aff7f163cff68f7" providerId="LiveId" clId="{DE1906F3-D65A-43FA-A443-A58BFB2C4386}" dt="2026-10-25T11:55:14.174" v="362" actId="255"/>
          <ac:spMkLst>
            <pc:docMk/>
            <pc:sldMk cId="1126066935" sldId="274"/>
            <ac:spMk id="31" creationId="{0C67A2AD-1A59-1565-A69E-C21D5981D6F1}"/>
          </ac:spMkLst>
        </pc:spChg>
        <pc:spChg chg="del mod">
          <ac:chgData name="Madhu Shalini Pinapothu" userId="0aff7f163cff68f7" providerId="LiveId" clId="{DE1906F3-D65A-43FA-A443-A58BFB2C4386}" dt="2026-10-25T11:42:14.405" v="136"/>
          <ac:spMkLst>
            <pc:docMk/>
            <pc:sldMk cId="1126066935" sldId="274"/>
            <ac:spMk id="32" creationId="{8AA4B27D-0D0D-47DC-5BBF-297FBBAF6C66}"/>
          </ac:spMkLst>
        </pc:spChg>
        <pc:spChg chg="add mod">
          <ac:chgData name="Madhu Shalini Pinapothu" userId="0aff7f163cff68f7" providerId="LiveId" clId="{DE1906F3-D65A-43FA-A443-A58BFB2C4386}" dt="2026-10-25T11:55:24.199" v="363" actId="255"/>
          <ac:spMkLst>
            <pc:docMk/>
            <pc:sldMk cId="1126066935" sldId="274"/>
            <ac:spMk id="34" creationId="{6D9AEB3A-232E-4B83-59EE-5B8A756209CD}"/>
          </ac:spMkLst>
        </pc:spChg>
        <pc:spChg chg="add mod">
          <ac:chgData name="Madhu Shalini Pinapothu" userId="0aff7f163cff68f7" providerId="LiveId" clId="{DE1906F3-D65A-43FA-A443-A58BFB2C4386}" dt="2026-10-25T11:55:41.515" v="364" actId="255"/>
          <ac:spMkLst>
            <pc:docMk/>
            <pc:sldMk cId="1126066935" sldId="274"/>
            <ac:spMk id="36" creationId="{23185108-704B-2481-FA2F-27BCBBF91A31}"/>
          </ac:spMkLst>
        </pc:spChg>
      </pc:sldChg>
      <pc:sldChg chg="modSp add mod">
        <pc:chgData name="Madhu Shalini Pinapothu" userId="0aff7f163cff68f7" providerId="LiveId" clId="{DE1906F3-D65A-43FA-A443-A58BFB2C4386}" dt="2026-10-25T12:24:34.199" v="450"/>
        <pc:sldMkLst>
          <pc:docMk/>
          <pc:sldMk cId="2917229679" sldId="274"/>
        </pc:sldMkLst>
        <pc:spChg chg="mod">
          <ac:chgData name="Madhu Shalini Pinapothu" userId="0aff7f163cff68f7" providerId="LiveId" clId="{DE1906F3-D65A-43FA-A443-A58BFB2C4386}" dt="2026-10-25T12:24:11.858" v="449" actId="20577"/>
          <ac:spMkLst>
            <pc:docMk/>
            <pc:sldMk cId="2917229679" sldId="274"/>
            <ac:spMk id="3" creationId="{699D0583-43C9-0FA0-453C-DF78E1ADAB16}"/>
          </ac:spMkLst>
        </pc:spChg>
        <pc:spChg chg="mod">
          <ac:chgData name="Madhu Shalini Pinapothu" userId="0aff7f163cff68f7" providerId="LiveId" clId="{DE1906F3-D65A-43FA-A443-A58BFB2C4386}" dt="2026-10-25T12:24:34.199" v="450"/>
          <ac:spMkLst>
            <pc:docMk/>
            <pc:sldMk cId="2917229679" sldId="274"/>
            <ac:spMk id="4" creationId="{93086455-5316-8526-5DAA-8C8F5FE93EA6}"/>
          </ac:spMkLst>
        </pc:spChg>
      </pc:sldChg>
      <pc:sldChg chg="addSp modSp add mod">
        <pc:chgData name="Madhu Shalini Pinapothu" userId="0aff7f163cff68f7" providerId="LiveId" clId="{DE1906F3-D65A-43FA-A443-A58BFB2C4386}" dt="2026-10-25T14:58:36.943" v="614"/>
        <pc:sldMkLst>
          <pc:docMk/>
          <pc:sldMk cId="2482119747" sldId="275"/>
        </pc:sldMkLst>
        <pc:spChg chg="mod">
          <ac:chgData name="Madhu Shalini Pinapothu" userId="0aff7f163cff68f7" providerId="LiveId" clId="{DE1906F3-D65A-43FA-A443-A58BFB2C4386}" dt="2026-10-25T14:33:12.010" v="594" actId="1076"/>
          <ac:spMkLst>
            <pc:docMk/>
            <pc:sldMk cId="2482119747" sldId="275"/>
            <ac:spMk id="3" creationId="{EB8A2564-19BD-6731-D6EB-D03D7EB8D316}"/>
          </ac:spMkLst>
        </pc:spChg>
        <pc:spChg chg="mod">
          <ac:chgData name="Madhu Shalini Pinapothu" userId="0aff7f163cff68f7" providerId="LiveId" clId="{DE1906F3-D65A-43FA-A443-A58BFB2C4386}" dt="2026-10-25T14:58:19.660" v="613"/>
          <ac:spMkLst>
            <pc:docMk/>
            <pc:sldMk cId="2482119747" sldId="275"/>
            <ac:spMk id="4" creationId="{02107AF9-7B15-481B-EC52-8EE27A7ACA98}"/>
          </ac:spMkLst>
        </pc:spChg>
        <pc:spChg chg="add mod">
          <ac:chgData name="Madhu Shalini Pinapothu" userId="0aff7f163cff68f7" providerId="LiveId" clId="{DE1906F3-D65A-43FA-A443-A58BFB2C4386}" dt="2026-10-25T12:31:22.281" v="476" actId="207"/>
          <ac:spMkLst>
            <pc:docMk/>
            <pc:sldMk cId="2482119747" sldId="275"/>
            <ac:spMk id="6" creationId="{A81B358E-B724-0DFF-6425-5157ADE8209D}"/>
          </ac:spMkLst>
        </pc:spChg>
        <pc:spChg chg="add mod">
          <ac:chgData name="Madhu Shalini Pinapothu" userId="0aff7f163cff68f7" providerId="LiveId" clId="{DE1906F3-D65A-43FA-A443-A58BFB2C4386}" dt="2026-10-25T14:58:36.943" v="614"/>
          <ac:spMkLst>
            <pc:docMk/>
            <pc:sldMk cId="2482119747" sldId="275"/>
            <ac:spMk id="8" creationId="{41E3C4D0-4BAF-22DC-0381-D80FE4489953}"/>
          </ac:spMkLst>
        </pc:spChg>
      </pc:sldChg>
      <pc:sldChg chg="add del">
        <pc:chgData name="Madhu Shalini Pinapothu" userId="0aff7f163cff68f7" providerId="LiveId" clId="{DE1906F3-D65A-43FA-A443-A58BFB2C4386}" dt="2026-10-25T12:23:07.708" v="433"/>
        <pc:sldMkLst>
          <pc:docMk/>
          <pc:sldMk cId="3555665628" sldId="275"/>
        </pc:sldMkLst>
      </pc:sldChg>
      <pc:sldChg chg="modSp add mod setBg">
        <pc:chgData name="Madhu Shalini Pinapothu" userId="0aff7f163cff68f7" providerId="LiveId" clId="{DE1906F3-D65A-43FA-A443-A58BFB2C4386}" dt="2026-10-25T12:33:31.688" v="477" actId="20577"/>
        <pc:sldMkLst>
          <pc:docMk/>
          <pc:sldMk cId="0" sldId="276"/>
        </pc:sldMkLst>
        <pc:spChg chg="mod">
          <ac:chgData name="Madhu Shalini Pinapothu" userId="0aff7f163cff68f7" providerId="LiveId" clId="{DE1906F3-D65A-43FA-A443-A58BFB2C4386}" dt="2026-10-25T12:33:31.688" v="477" actId="20577"/>
          <ac:spMkLst>
            <pc:docMk/>
            <pc:sldMk cId="0" sldId="276"/>
            <ac:spMk id="3" creationId="{00000000-0000-0000-0000-000000000000}"/>
          </ac:spMkLst>
        </pc:spChg>
      </pc:sldChg>
      <pc:sldChg chg="modSp add mod setBg">
        <pc:chgData name="Madhu Shalini Pinapothu" userId="0aff7f163cff68f7" providerId="LiveId" clId="{DE1906F3-D65A-43FA-A443-A58BFB2C4386}" dt="2026-10-25T14:55:27.198" v="612"/>
        <pc:sldMkLst>
          <pc:docMk/>
          <pc:sldMk cId="0" sldId="277"/>
        </pc:sldMkLst>
        <pc:spChg chg="mod">
          <ac:chgData name="Madhu Shalini Pinapothu" userId="0aff7f163cff68f7" providerId="LiveId" clId="{DE1906F3-D65A-43FA-A443-A58BFB2C4386}" dt="2026-10-25T14:52:34.773" v="601" actId="1076"/>
          <ac:spMkLst>
            <pc:docMk/>
            <pc:sldMk cId="0" sldId="277"/>
            <ac:spMk id="14" creationId="{00000000-0000-0000-0000-000000000000}"/>
          </ac:spMkLst>
        </pc:spChg>
        <pc:spChg chg="mod">
          <ac:chgData name="Madhu Shalini Pinapothu" userId="0aff7f163cff68f7" providerId="LiveId" clId="{DE1906F3-D65A-43FA-A443-A58BFB2C4386}" dt="2026-10-25T14:55:27.198" v="612"/>
          <ac:spMkLst>
            <pc:docMk/>
            <pc:sldMk cId="0" sldId="277"/>
            <ac:spMk id="15" creationId="{00000000-0000-0000-0000-000000000000}"/>
          </ac:spMkLst>
        </pc:spChg>
      </pc:sldChg>
      <pc:sldChg chg="addSp delSp modSp add mod">
        <pc:chgData name="Madhu Shalini Pinapothu" userId="0aff7f163cff68f7" providerId="LiveId" clId="{DE1906F3-D65A-43FA-A443-A58BFB2C4386}" dt="2026-10-25T13:18:02.692" v="537" actId="115"/>
        <pc:sldMkLst>
          <pc:docMk/>
          <pc:sldMk cId="1253749177" sldId="278"/>
        </pc:sldMkLst>
        <pc:spChg chg="mod">
          <ac:chgData name="Madhu Shalini Pinapothu" userId="0aff7f163cff68f7" providerId="LiveId" clId="{DE1906F3-D65A-43FA-A443-A58BFB2C4386}" dt="2026-10-25T13:15:01.480" v="511" actId="1076"/>
          <ac:spMkLst>
            <pc:docMk/>
            <pc:sldMk cId="1253749177" sldId="278"/>
            <ac:spMk id="3" creationId="{1B2D9853-E521-FF49-F83B-0A70ACAD3DAE}"/>
          </ac:spMkLst>
        </pc:spChg>
        <pc:spChg chg="del">
          <ac:chgData name="Madhu Shalini Pinapothu" userId="0aff7f163cff68f7" providerId="LiveId" clId="{DE1906F3-D65A-43FA-A443-A58BFB2C4386}" dt="2026-10-25T13:13:07.686" v="493" actId="478"/>
          <ac:spMkLst>
            <pc:docMk/>
            <pc:sldMk cId="1253749177" sldId="278"/>
            <ac:spMk id="5" creationId="{26EACF95-E946-A91C-E3E6-05A9BB20C3CA}"/>
          </ac:spMkLst>
        </pc:spChg>
        <pc:spChg chg="del">
          <ac:chgData name="Madhu Shalini Pinapothu" userId="0aff7f163cff68f7" providerId="LiveId" clId="{DE1906F3-D65A-43FA-A443-A58BFB2C4386}" dt="2026-10-25T13:13:06.287" v="492" actId="478"/>
          <ac:spMkLst>
            <pc:docMk/>
            <pc:sldMk cId="1253749177" sldId="278"/>
            <ac:spMk id="6" creationId="{E78EC969-9B8C-5F36-08A0-87ACCB33CB95}"/>
          </ac:spMkLst>
        </pc:spChg>
        <pc:spChg chg="del">
          <ac:chgData name="Madhu Shalini Pinapothu" userId="0aff7f163cff68f7" providerId="LiveId" clId="{DE1906F3-D65A-43FA-A443-A58BFB2C4386}" dt="2026-10-25T13:13:13.498" v="496" actId="478"/>
          <ac:spMkLst>
            <pc:docMk/>
            <pc:sldMk cId="1253749177" sldId="278"/>
            <ac:spMk id="7" creationId="{DC37AD4D-A4C1-6C1B-0BDB-F28C832E2824}"/>
          </ac:spMkLst>
        </pc:spChg>
        <pc:spChg chg="del mod">
          <ac:chgData name="Madhu Shalini Pinapothu" userId="0aff7f163cff68f7" providerId="LiveId" clId="{DE1906F3-D65A-43FA-A443-A58BFB2C4386}" dt="2026-10-25T13:13:13.498" v="498"/>
          <ac:spMkLst>
            <pc:docMk/>
            <pc:sldMk cId="1253749177" sldId="278"/>
            <ac:spMk id="8" creationId="{362EA375-7C5F-F916-6098-0A50CE0FEE6A}"/>
          </ac:spMkLst>
        </pc:spChg>
        <pc:spChg chg="del">
          <ac:chgData name="Madhu Shalini Pinapothu" userId="0aff7f163cff68f7" providerId="LiveId" clId="{DE1906F3-D65A-43FA-A443-A58BFB2C4386}" dt="2026-10-25T13:13:18.942" v="500" actId="478"/>
          <ac:spMkLst>
            <pc:docMk/>
            <pc:sldMk cId="1253749177" sldId="278"/>
            <ac:spMk id="9" creationId="{B5B3BDBC-6E55-6137-6381-491A2EBAD051}"/>
          </ac:spMkLst>
        </pc:spChg>
        <pc:spChg chg="del mod">
          <ac:chgData name="Madhu Shalini Pinapothu" userId="0aff7f163cff68f7" providerId="LiveId" clId="{DE1906F3-D65A-43FA-A443-A58BFB2C4386}" dt="2026-10-25T13:13:18.942" v="502"/>
          <ac:spMkLst>
            <pc:docMk/>
            <pc:sldMk cId="1253749177" sldId="278"/>
            <ac:spMk id="10" creationId="{55D20867-17A8-9811-5BFB-0431900D897A}"/>
          </ac:spMkLst>
        </pc:spChg>
        <pc:spChg chg="del">
          <ac:chgData name="Madhu Shalini Pinapothu" userId="0aff7f163cff68f7" providerId="LiveId" clId="{DE1906F3-D65A-43FA-A443-A58BFB2C4386}" dt="2026-10-25T13:13:23.221" v="504" actId="478"/>
          <ac:spMkLst>
            <pc:docMk/>
            <pc:sldMk cId="1253749177" sldId="278"/>
            <ac:spMk id="11" creationId="{EFBD71CB-3208-0576-717A-7A6DC3396B92}"/>
          </ac:spMkLst>
        </pc:spChg>
        <pc:spChg chg="del mod">
          <ac:chgData name="Madhu Shalini Pinapothu" userId="0aff7f163cff68f7" providerId="LiveId" clId="{DE1906F3-D65A-43FA-A443-A58BFB2C4386}" dt="2026-10-25T13:13:23.221" v="506"/>
          <ac:spMkLst>
            <pc:docMk/>
            <pc:sldMk cId="1253749177" sldId="278"/>
            <ac:spMk id="12" creationId="{D53EBAFF-8A4E-CFA8-FCF2-CB72E5C7FB6B}"/>
          </ac:spMkLst>
        </pc:spChg>
        <pc:spChg chg="del mod">
          <ac:chgData name="Madhu Shalini Pinapothu" userId="0aff7f163cff68f7" providerId="LiveId" clId="{DE1906F3-D65A-43FA-A443-A58BFB2C4386}" dt="2026-10-25T13:12:33.717" v="489"/>
          <ac:spMkLst>
            <pc:docMk/>
            <pc:sldMk cId="1253749177" sldId="278"/>
            <ac:spMk id="19" creationId="{BACCE172-9694-4782-A97B-845C27193F81}"/>
          </ac:spMkLst>
        </pc:spChg>
        <pc:spChg chg="add mod">
          <ac:chgData name="Madhu Shalini Pinapothu" userId="0aff7f163cff68f7" providerId="LiveId" clId="{DE1906F3-D65A-43FA-A443-A58BFB2C4386}" dt="2026-10-25T13:18:02.692" v="537" actId="115"/>
          <ac:spMkLst>
            <pc:docMk/>
            <pc:sldMk cId="1253749177" sldId="278"/>
            <ac:spMk id="20" creationId="{6224ACB3-D75E-DA58-D9D5-E4D86A85776E}"/>
          </ac:spMkLst>
        </pc:spChg>
        <pc:picChg chg="add mod">
          <ac:chgData name="Madhu Shalini Pinapothu" userId="0aff7f163cff68f7" providerId="LiveId" clId="{DE1906F3-D65A-43FA-A443-A58BFB2C4386}" dt="2026-10-25T13:17:41.945" v="534" actId="1076"/>
          <ac:picMkLst>
            <pc:docMk/>
            <pc:sldMk cId="1253749177" sldId="278"/>
            <ac:picMk id="13" creationId="{F4B5BE50-11FF-A0DB-0BC6-E0289FC528CB}"/>
          </ac:picMkLst>
        </pc:picChg>
        <pc:picChg chg="add mod">
          <ac:chgData name="Madhu Shalini Pinapothu" userId="0aff7f163cff68f7" providerId="LiveId" clId="{DE1906F3-D65A-43FA-A443-A58BFB2C4386}" dt="2026-10-25T13:17:46.475" v="535" actId="1076"/>
          <ac:picMkLst>
            <pc:docMk/>
            <pc:sldMk cId="1253749177" sldId="278"/>
            <ac:picMk id="16" creationId="{83048E1F-6331-7530-3536-FD892F80618A}"/>
          </ac:picMkLst>
        </pc:picChg>
        <pc:picChg chg="del">
          <ac:chgData name="Madhu Shalini Pinapothu" userId="0aff7f163cff68f7" providerId="LiveId" clId="{DE1906F3-D65A-43FA-A443-A58BFB2C4386}" dt="2026-10-25T13:12:18.764" v="485" actId="478"/>
          <ac:picMkLst>
            <pc:docMk/>
            <pc:sldMk cId="1253749177" sldId="278"/>
            <ac:picMk id="18" creationId="{E0D14EE2-4A7B-B94E-2594-96CB4E722F48}"/>
          </ac:picMkLst>
        </pc:picChg>
      </pc:sldChg>
      <pc:sldChg chg="add del">
        <pc:chgData name="Madhu Shalini Pinapothu" userId="0aff7f163cff68f7" providerId="LiveId" clId="{DE1906F3-D65A-43FA-A443-A58BFB2C4386}" dt="2026-10-25T13:10:43.779" v="481"/>
        <pc:sldMkLst>
          <pc:docMk/>
          <pc:sldMk cId="3162413720" sldId="279"/>
        </pc:sldMkLst>
      </pc:sldChg>
      <pc:sldChg chg="addSp delSp modSp add mod">
        <pc:chgData name="Madhu Shalini Pinapothu" userId="0aff7f163cff68f7" providerId="LiveId" clId="{DE1906F3-D65A-43FA-A443-A58BFB2C4386}" dt="2026-10-25T13:20:55.540" v="549"/>
        <pc:sldMkLst>
          <pc:docMk/>
          <pc:sldMk cId="4238541268" sldId="279"/>
        </pc:sldMkLst>
        <pc:spChg chg="mod">
          <ac:chgData name="Madhu Shalini Pinapothu" userId="0aff7f163cff68f7" providerId="LiveId" clId="{DE1906F3-D65A-43FA-A443-A58BFB2C4386}" dt="2026-10-25T13:20:55.540" v="549"/>
          <ac:spMkLst>
            <pc:docMk/>
            <pc:sldMk cId="4238541268" sldId="279"/>
            <ac:spMk id="3" creationId="{BE571922-9973-A764-3BE0-FA2B67A39FC1}"/>
          </ac:spMkLst>
        </pc:spChg>
        <pc:spChg chg="mod">
          <ac:chgData name="Madhu Shalini Pinapothu" userId="0aff7f163cff68f7" providerId="LiveId" clId="{DE1906F3-D65A-43FA-A443-A58BFB2C4386}" dt="2026-10-25T13:20:39.442" v="548" actId="1076"/>
          <ac:spMkLst>
            <pc:docMk/>
            <pc:sldMk cId="4238541268" sldId="279"/>
            <ac:spMk id="20" creationId="{869F75F8-8F26-7875-FE40-B3391A4815EF}"/>
          </ac:spMkLst>
        </pc:spChg>
        <pc:picChg chg="add mod">
          <ac:chgData name="Madhu Shalini Pinapothu" userId="0aff7f163cff68f7" providerId="LiveId" clId="{DE1906F3-D65A-43FA-A443-A58BFB2C4386}" dt="2026-10-25T13:20:05.995" v="544" actId="1076"/>
          <ac:picMkLst>
            <pc:docMk/>
            <pc:sldMk cId="4238541268" sldId="279"/>
            <ac:picMk id="5" creationId="{D1DF0A9D-210E-D3BA-4D5A-E2285AE09993}"/>
          </ac:picMkLst>
        </pc:picChg>
        <pc:picChg chg="add mod">
          <ac:chgData name="Madhu Shalini Pinapothu" userId="0aff7f163cff68f7" providerId="LiveId" clId="{DE1906F3-D65A-43FA-A443-A58BFB2C4386}" dt="2026-10-25T13:20:31.760" v="547" actId="1076"/>
          <ac:picMkLst>
            <pc:docMk/>
            <pc:sldMk cId="4238541268" sldId="279"/>
            <ac:picMk id="7" creationId="{61C111D1-2FB8-7399-84C7-3812019B39C1}"/>
          </ac:picMkLst>
        </pc:picChg>
        <pc:picChg chg="del">
          <ac:chgData name="Madhu Shalini Pinapothu" userId="0aff7f163cff68f7" providerId="LiveId" clId="{DE1906F3-D65A-43FA-A443-A58BFB2C4386}" dt="2026-10-25T13:19:17.338" v="539" actId="478"/>
          <ac:picMkLst>
            <pc:docMk/>
            <pc:sldMk cId="4238541268" sldId="279"/>
            <ac:picMk id="13" creationId="{62970E45-AB94-3B34-F774-87D75578E7BB}"/>
          </ac:picMkLst>
        </pc:picChg>
        <pc:picChg chg="del">
          <ac:chgData name="Madhu Shalini Pinapothu" userId="0aff7f163cff68f7" providerId="LiveId" clId="{DE1906F3-D65A-43FA-A443-A58BFB2C4386}" dt="2026-10-25T13:20:28.115" v="545" actId="478"/>
          <ac:picMkLst>
            <pc:docMk/>
            <pc:sldMk cId="4238541268" sldId="279"/>
            <ac:picMk id="16" creationId="{92147D33-DD68-B884-9A5C-86DCAB74FBD8}"/>
          </ac:picMkLst>
        </pc:picChg>
      </pc:sldChg>
      <pc:sldChg chg="addSp delSp modSp add mod">
        <pc:chgData name="Madhu Shalini Pinapothu" userId="0aff7f163cff68f7" providerId="LiveId" clId="{DE1906F3-D65A-43FA-A443-A58BFB2C4386}" dt="2026-10-25T13:27:14.262" v="563" actId="1076"/>
        <pc:sldMkLst>
          <pc:docMk/>
          <pc:sldMk cId="1057940529" sldId="280"/>
        </pc:sldMkLst>
        <pc:spChg chg="mod">
          <ac:chgData name="Madhu Shalini Pinapothu" userId="0aff7f163cff68f7" providerId="LiveId" clId="{DE1906F3-D65A-43FA-A443-A58BFB2C4386}" dt="2026-10-25T13:26:15.764" v="551"/>
          <ac:spMkLst>
            <pc:docMk/>
            <pc:sldMk cId="1057940529" sldId="280"/>
            <ac:spMk id="3" creationId="{6E97964D-0259-C13B-FAC4-3076FF942C88}"/>
          </ac:spMkLst>
        </pc:spChg>
        <pc:spChg chg="del mod">
          <ac:chgData name="Madhu Shalini Pinapothu" userId="0aff7f163cff68f7" providerId="LiveId" clId="{DE1906F3-D65A-43FA-A443-A58BFB2C4386}" dt="2026-10-25T13:26:40.030" v="560"/>
          <ac:spMkLst>
            <pc:docMk/>
            <pc:sldMk cId="1057940529" sldId="280"/>
            <ac:spMk id="20" creationId="{A37249FE-1FDB-968B-D76D-1E0C557838EB}"/>
          </ac:spMkLst>
        </pc:spChg>
        <pc:picChg chg="add mod">
          <ac:chgData name="Madhu Shalini Pinapothu" userId="0aff7f163cff68f7" providerId="LiveId" clId="{DE1906F3-D65A-43FA-A443-A58BFB2C4386}" dt="2026-10-25T13:26:32.602" v="555" actId="1076"/>
          <ac:picMkLst>
            <pc:docMk/>
            <pc:sldMk cId="1057940529" sldId="280"/>
            <ac:picMk id="4" creationId="{E0E4C032-4424-9F0F-A3F4-E8EA41FCC3BB}"/>
          </ac:picMkLst>
        </pc:picChg>
        <pc:picChg chg="del">
          <ac:chgData name="Madhu Shalini Pinapothu" userId="0aff7f163cff68f7" providerId="LiveId" clId="{DE1906F3-D65A-43FA-A443-A58BFB2C4386}" dt="2026-10-25T13:26:28.380" v="552" actId="478"/>
          <ac:picMkLst>
            <pc:docMk/>
            <pc:sldMk cId="1057940529" sldId="280"/>
            <ac:picMk id="5" creationId="{9F982967-EFF7-490C-C530-5F161D6D51FE}"/>
          </ac:picMkLst>
        </pc:picChg>
        <pc:picChg chg="add mod">
          <ac:chgData name="Madhu Shalini Pinapothu" userId="0aff7f163cff68f7" providerId="LiveId" clId="{DE1906F3-D65A-43FA-A443-A58BFB2C4386}" dt="2026-10-25T13:27:14.262" v="563" actId="1076"/>
          <ac:picMkLst>
            <pc:docMk/>
            <pc:sldMk cId="1057940529" sldId="280"/>
            <ac:picMk id="6" creationId="{92E11820-001C-24FF-F912-FD008D21BC06}"/>
          </ac:picMkLst>
        </pc:picChg>
        <pc:picChg chg="del">
          <ac:chgData name="Madhu Shalini Pinapothu" userId="0aff7f163cff68f7" providerId="LiveId" clId="{DE1906F3-D65A-43FA-A443-A58BFB2C4386}" dt="2026-10-25T13:26:34.943" v="556" actId="478"/>
          <ac:picMkLst>
            <pc:docMk/>
            <pc:sldMk cId="1057940529" sldId="280"/>
            <ac:picMk id="7" creationId="{747E425B-0418-3EB1-A5D4-E1514E8633B4}"/>
          </ac:picMkLst>
        </pc:picChg>
      </pc:sldChg>
      <pc:sldChg chg="add del">
        <pc:chgData name="Madhu Shalini Pinapothu" userId="0aff7f163cff68f7" providerId="LiveId" clId="{DE1906F3-D65A-43FA-A443-A58BFB2C4386}" dt="2026-10-25T13:19:24.781" v="541" actId="47"/>
        <pc:sldMkLst>
          <pc:docMk/>
          <pc:sldMk cId="2242774945" sldId="280"/>
        </pc:sldMkLst>
      </pc:sldChg>
      <pc:sldChg chg="add del">
        <pc:chgData name="Madhu Shalini Pinapothu" userId="0aff7f163cff68f7" providerId="LiveId" clId="{DE1906F3-D65A-43FA-A443-A58BFB2C4386}" dt="2026-10-25T11:58:06.233" v="377" actId="47"/>
        <pc:sldMkLst>
          <pc:docMk/>
          <pc:sldMk cId="3510378788" sldId="280"/>
        </pc:sldMkLst>
      </pc:sldChg>
      <pc:sldChg chg="addSp delSp modSp add mod">
        <pc:chgData name="Madhu Shalini Pinapothu" userId="0aff7f163cff68f7" providerId="LiveId" clId="{DE1906F3-D65A-43FA-A443-A58BFB2C4386}" dt="2026-10-25T14:04:13.614" v="576" actId="20577"/>
        <pc:sldMkLst>
          <pc:docMk/>
          <pc:sldMk cId="2690011710" sldId="281"/>
        </pc:sldMkLst>
        <pc:spChg chg="mod">
          <ac:chgData name="Madhu Shalini Pinapothu" userId="0aff7f163cff68f7" providerId="LiveId" clId="{DE1906F3-D65A-43FA-A443-A58BFB2C4386}" dt="2026-10-25T14:04:13.614" v="576" actId="20577"/>
          <ac:spMkLst>
            <pc:docMk/>
            <pc:sldMk cId="2690011710" sldId="281"/>
            <ac:spMk id="3" creationId="{21463EDF-CBCF-EE73-44FE-F6305BD6798E}"/>
          </ac:spMkLst>
        </pc:spChg>
        <pc:picChg chg="del">
          <ac:chgData name="Madhu Shalini Pinapothu" userId="0aff7f163cff68f7" providerId="LiveId" clId="{DE1906F3-D65A-43FA-A443-A58BFB2C4386}" dt="2026-10-25T14:02:12.081" v="565" actId="478"/>
          <ac:picMkLst>
            <pc:docMk/>
            <pc:sldMk cId="2690011710" sldId="281"/>
            <ac:picMk id="4" creationId="{D9807547-A731-A056-204A-13B08014155E}"/>
          </ac:picMkLst>
        </pc:picChg>
        <pc:picChg chg="add mod">
          <ac:chgData name="Madhu Shalini Pinapothu" userId="0aff7f163cff68f7" providerId="LiveId" clId="{DE1906F3-D65A-43FA-A443-A58BFB2C4386}" dt="2026-10-25T14:04:05.821" v="575" actId="1076"/>
          <ac:picMkLst>
            <pc:docMk/>
            <pc:sldMk cId="2690011710" sldId="281"/>
            <ac:picMk id="5" creationId="{1A0C762E-1529-13B2-56FC-46AF259EA876}"/>
          </ac:picMkLst>
        </pc:picChg>
        <pc:picChg chg="del">
          <ac:chgData name="Madhu Shalini Pinapothu" userId="0aff7f163cff68f7" providerId="LiveId" clId="{DE1906F3-D65A-43FA-A443-A58BFB2C4386}" dt="2026-10-25T14:03:54.926" v="569" actId="478"/>
          <ac:picMkLst>
            <pc:docMk/>
            <pc:sldMk cId="2690011710" sldId="281"/>
            <ac:picMk id="6" creationId="{734A9E0B-953B-6B22-43C3-D99B5D2278DF}"/>
          </ac:picMkLst>
        </pc:picChg>
        <pc:picChg chg="add mod">
          <ac:chgData name="Madhu Shalini Pinapothu" userId="0aff7f163cff68f7" providerId="LiveId" clId="{DE1906F3-D65A-43FA-A443-A58BFB2C4386}" dt="2026-10-25T14:04:03.708" v="574" actId="1076"/>
          <ac:picMkLst>
            <pc:docMk/>
            <pc:sldMk cId="2690011710" sldId="281"/>
            <ac:picMk id="7" creationId="{E5514DE4-2A76-DF37-B3F5-3CDFAA23C3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21FA66-4B16-4B08-9041-D1D6769EF27A}" type="datetimeFigureOut">
              <a:rPr lang="en-IN" smtClean="0"/>
              <a:t>25-10-2026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4E8675-66EF-447B-8E87-311E4DB13106}" type="slidenum">
              <a:rPr lang="en-IN" smtClean="0"/>
              <a:t>‹#›</a:t>
            </a:fld>
            <a:endParaRPr lang="en-IN"/>
          </a:p>
        </p:txBody>
      </p:sp>
    </p:spTree>
    <p:extLst>
      <p:ext uri="{BB962C8B-B14F-4D97-AF65-F5344CB8AC3E}">
        <p14:creationId xmlns:p14="http://schemas.microsoft.com/office/powerpoint/2010/main" val="3306392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E8675-66EF-447B-8E87-311E4DB13106}" type="slidenum">
              <a:rPr lang="en-IN" smtClean="0"/>
              <a:t>2</a:t>
            </a:fld>
            <a:endParaRPr lang="en-IN"/>
          </a:p>
        </p:txBody>
      </p:sp>
    </p:spTree>
    <p:extLst>
      <p:ext uri="{BB962C8B-B14F-4D97-AF65-F5344CB8AC3E}">
        <p14:creationId xmlns:p14="http://schemas.microsoft.com/office/powerpoint/2010/main" val="41028778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E8675-66EF-447B-8E87-311E4DB13106}" type="slidenum">
              <a:rPr lang="en-IN" smtClean="0"/>
              <a:t>7</a:t>
            </a:fld>
            <a:endParaRPr lang="en-IN"/>
          </a:p>
        </p:txBody>
      </p:sp>
    </p:spTree>
    <p:extLst>
      <p:ext uri="{BB962C8B-B14F-4D97-AF65-F5344CB8AC3E}">
        <p14:creationId xmlns:p14="http://schemas.microsoft.com/office/powerpoint/2010/main" val="1409594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E8675-66EF-447B-8E87-311E4DB13106}" type="slidenum">
              <a:rPr lang="en-IN" smtClean="0"/>
              <a:t>8</a:t>
            </a:fld>
            <a:endParaRPr lang="en-IN"/>
          </a:p>
        </p:txBody>
      </p:sp>
    </p:spTree>
    <p:extLst>
      <p:ext uri="{BB962C8B-B14F-4D97-AF65-F5344CB8AC3E}">
        <p14:creationId xmlns:p14="http://schemas.microsoft.com/office/powerpoint/2010/main" val="1409594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E8675-66EF-447B-8E87-311E4DB13106}" type="slidenum">
              <a:rPr lang="en-IN" smtClean="0"/>
              <a:t>11</a:t>
            </a:fld>
            <a:endParaRPr lang="en-IN"/>
          </a:p>
        </p:txBody>
      </p:sp>
    </p:spTree>
    <p:extLst>
      <p:ext uri="{BB962C8B-B14F-4D97-AF65-F5344CB8AC3E}">
        <p14:creationId xmlns:p14="http://schemas.microsoft.com/office/powerpoint/2010/main" val="198135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18A0F-2086-2FA1-15A7-E12BF25C9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286FE-0293-6EFE-D21F-AFB6572267E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EF15A4D6-78A8-8A6B-C4AB-25E55E7926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957F29-4569-2F58-202E-58565E3BFF62}"/>
              </a:ext>
            </a:extLst>
          </p:cNvPr>
          <p:cNvSpPr>
            <a:spLocks noGrp="1"/>
          </p:cNvSpPr>
          <p:nvPr>
            <p:ph type="sldNum" sz="quarter" idx="5"/>
          </p:nvPr>
        </p:nvSpPr>
        <p:spPr/>
        <p:txBody>
          <a:bodyPr/>
          <a:lstStyle/>
          <a:p>
            <a:fld id="{BC4E8675-66EF-447B-8E87-311E4DB13106}" type="slidenum">
              <a:rPr lang="en-IN" smtClean="0"/>
              <a:t>12</a:t>
            </a:fld>
            <a:endParaRPr lang="en-IN"/>
          </a:p>
        </p:txBody>
      </p:sp>
    </p:spTree>
    <p:extLst>
      <p:ext uri="{BB962C8B-B14F-4D97-AF65-F5344CB8AC3E}">
        <p14:creationId xmlns:p14="http://schemas.microsoft.com/office/powerpoint/2010/main" val="3876758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FA9AA-5A4A-B2B7-A30E-CEBE83A713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B0F5E1-1643-EC8D-33EE-D7BC1DD7583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96CAA714-AB35-4763-3802-ADF7F8C7427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6DC5213-A218-60BD-513E-A98BE1682BDC}"/>
              </a:ext>
            </a:extLst>
          </p:cNvPr>
          <p:cNvSpPr>
            <a:spLocks noGrp="1"/>
          </p:cNvSpPr>
          <p:nvPr>
            <p:ph type="sldNum" sz="quarter" idx="5"/>
          </p:nvPr>
        </p:nvSpPr>
        <p:spPr/>
        <p:txBody>
          <a:bodyPr/>
          <a:lstStyle/>
          <a:p>
            <a:fld id="{BC4E8675-66EF-447B-8E87-311E4DB13106}" type="slidenum">
              <a:rPr lang="en-IN" smtClean="0"/>
              <a:t>13</a:t>
            </a:fld>
            <a:endParaRPr lang="en-IN"/>
          </a:p>
        </p:txBody>
      </p:sp>
    </p:spTree>
    <p:extLst>
      <p:ext uri="{BB962C8B-B14F-4D97-AF65-F5344CB8AC3E}">
        <p14:creationId xmlns:p14="http://schemas.microsoft.com/office/powerpoint/2010/main" val="23738190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4E8675-66EF-447B-8E87-311E4DB13106}" type="slidenum">
              <a:rPr lang="en-IN" smtClean="0"/>
              <a:t>16</a:t>
            </a:fld>
            <a:endParaRPr lang="en-IN"/>
          </a:p>
        </p:txBody>
      </p:sp>
    </p:spTree>
    <p:extLst>
      <p:ext uri="{BB962C8B-B14F-4D97-AF65-F5344CB8AC3E}">
        <p14:creationId xmlns:p14="http://schemas.microsoft.com/office/powerpoint/2010/main" val="3885483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487149" y="1143000"/>
            <a:ext cx="7187225" cy="1508105"/>
          </a:xfrm>
          <a:prstGeom prst="rect">
            <a:avLst/>
          </a:prstGeom>
          <a:noFill/>
        </p:spPr>
        <p:txBody>
          <a:bodyPr wrap="none">
            <a:spAutoFit/>
          </a:bodyPr>
          <a:lstStyle/>
          <a:p>
            <a:pPr algn="ctr">
              <a:defRPr sz="3400" b="1">
                <a:solidFill>
                  <a:srgbClr val="1F3756"/>
                </a:solidFill>
              </a:defRPr>
            </a:pPr>
            <a:r>
              <a:rPr dirty="0"/>
              <a:t>Data Analysis Essentials</a:t>
            </a:r>
          </a:p>
          <a:p>
            <a:pPr algn="ctr">
              <a:defRPr sz="2700" b="1">
                <a:solidFill>
                  <a:srgbClr val="4472C4"/>
                </a:solidFill>
              </a:defRPr>
            </a:pPr>
            <a:r>
              <a:rPr dirty="0"/>
              <a:t>Cornerstone Project —</a:t>
            </a:r>
            <a:r>
              <a:rPr lang="en-US" dirty="0"/>
              <a:t>Third </a:t>
            </a:r>
            <a:r>
              <a:rPr dirty="0"/>
              <a:t>Review</a:t>
            </a:r>
            <a:endParaRPr lang="en-IN" dirty="0"/>
          </a:p>
          <a:p>
            <a:pPr algn="ctr">
              <a:defRPr sz="3100" b="1">
                <a:solidFill>
                  <a:srgbClr val="2D2D2D"/>
                </a:solidFill>
              </a:defRPr>
            </a:pPr>
            <a:r>
              <a:rPr lang="en-IN" dirty="0"/>
              <a:t>Library Management Data Analysis System</a:t>
            </a:r>
          </a:p>
        </p:txBody>
      </p:sp>
      <p:sp>
        <p:nvSpPr>
          <p:cNvPr id="4" name="Rounded Rectangle 3"/>
          <p:cNvSpPr/>
          <p:nvPr/>
        </p:nvSpPr>
        <p:spPr>
          <a:xfrm>
            <a:off x="826156" y="3877055"/>
            <a:ext cx="5212080" cy="143403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1832" y="3877055"/>
            <a:ext cx="4882896" cy="1323439"/>
          </a:xfrm>
          <a:prstGeom prst="rect">
            <a:avLst/>
          </a:prstGeom>
          <a:noFill/>
        </p:spPr>
        <p:txBody>
          <a:bodyPr wrap="square">
            <a:spAutoFit/>
          </a:bodyPr>
          <a:lstStyle/>
          <a:p>
            <a:pPr>
              <a:defRPr sz="1500" b="1">
                <a:solidFill>
                  <a:srgbClr val="1F3756"/>
                </a:solidFill>
              </a:defRPr>
            </a:pPr>
            <a:r>
              <a:rPr sz="1600" dirty="0"/>
              <a:t>Presented by</a:t>
            </a:r>
          </a:p>
          <a:p>
            <a:pPr>
              <a:defRPr sz="1250">
                <a:solidFill>
                  <a:srgbClr val="2D2D2D"/>
                </a:solidFill>
              </a:defRPr>
            </a:pPr>
            <a:r>
              <a:rPr lang="en-US" sz="1600" dirty="0"/>
              <a:t>P. Krishna Kumari – [25B11AI863]</a:t>
            </a:r>
          </a:p>
          <a:p>
            <a:pPr>
              <a:defRPr sz="1250">
                <a:solidFill>
                  <a:srgbClr val="2D2D2D"/>
                </a:solidFill>
              </a:defRPr>
            </a:pPr>
            <a:r>
              <a:rPr lang="en-US" sz="1600" dirty="0"/>
              <a:t>P. Madhu Shalini – [25B11AI957]</a:t>
            </a:r>
          </a:p>
          <a:p>
            <a:pPr>
              <a:defRPr sz="1250">
                <a:solidFill>
                  <a:srgbClr val="2D2D2D"/>
                </a:solidFill>
              </a:defRPr>
            </a:pPr>
            <a:r>
              <a:rPr lang="en-US" sz="1600" dirty="0"/>
              <a:t>S. Tejaswini – [25B11AIB52]</a:t>
            </a:r>
          </a:p>
          <a:p>
            <a:pPr>
              <a:defRPr sz="1250">
                <a:solidFill>
                  <a:srgbClr val="2D2D2D"/>
                </a:solidFill>
              </a:defRPr>
            </a:pPr>
            <a:r>
              <a:rPr lang="en-US" sz="1600" dirty="0"/>
              <a:t>T. Devi Phanitha – [25B11AIB84]</a:t>
            </a:r>
          </a:p>
        </p:txBody>
      </p:sp>
      <p:sp>
        <p:nvSpPr>
          <p:cNvPr id="6" name="Rounded Rectangle 5"/>
          <p:cNvSpPr/>
          <p:nvPr/>
        </p:nvSpPr>
        <p:spPr>
          <a:xfrm>
            <a:off x="6263639" y="3821757"/>
            <a:ext cx="4937760" cy="1434034"/>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1" y="4004875"/>
            <a:ext cx="4608576" cy="830997"/>
          </a:xfrm>
          <a:prstGeom prst="rect">
            <a:avLst/>
          </a:prstGeom>
          <a:noFill/>
        </p:spPr>
        <p:txBody>
          <a:bodyPr wrap="square">
            <a:spAutoFit/>
          </a:bodyPr>
          <a:lstStyle/>
          <a:p>
            <a:pPr>
              <a:defRPr sz="1500" b="1">
                <a:solidFill>
                  <a:srgbClr val="1F3756"/>
                </a:solidFill>
              </a:defRPr>
            </a:pPr>
            <a:r>
              <a:rPr sz="1600" dirty="0"/>
              <a:t>Department</a:t>
            </a:r>
          </a:p>
          <a:p>
            <a:pPr>
              <a:defRPr sz="1250">
                <a:solidFill>
                  <a:srgbClr val="2D2D2D"/>
                </a:solidFill>
              </a:defRPr>
            </a:pPr>
            <a:r>
              <a:rPr sz="1600" dirty="0"/>
              <a:t>Department of Artificial Intelligence &amp; Machine Learning</a:t>
            </a:r>
          </a:p>
        </p:txBody>
      </p:sp>
      <p:pic>
        <p:nvPicPr>
          <p:cNvPr id="9" name="object 2">
            <a:extLst>
              <a:ext uri="{FF2B5EF4-FFF2-40B4-BE49-F238E27FC236}">
                <a16:creationId xmlns:a16="http://schemas.microsoft.com/office/drawing/2014/main" id="{4B0A9B6E-6BED-E770-BD74-9A366B3B1D82}"/>
              </a:ext>
            </a:extLst>
          </p:cNvPr>
          <p:cNvPicPr/>
          <p:nvPr/>
        </p:nvPicPr>
        <p:blipFill>
          <a:blip r:embed="rId2" cstate="print"/>
          <a:stretch>
            <a:fillRect/>
          </a:stretch>
        </p:blipFill>
        <p:spPr>
          <a:xfrm>
            <a:off x="3383280" y="270433"/>
            <a:ext cx="4610910" cy="628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17755" y="1083085"/>
            <a:ext cx="1430969" cy="523220"/>
          </a:xfrm>
          <a:prstGeom prst="rect">
            <a:avLst/>
          </a:prstGeom>
          <a:noFill/>
        </p:spPr>
        <p:txBody>
          <a:bodyPr wrap="none">
            <a:spAutoFit/>
          </a:bodyPr>
          <a:lstStyle/>
          <a:p>
            <a:pPr>
              <a:defRPr sz="2600" b="1">
                <a:solidFill>
                  <a:srgbClr val="1F3756"/>
                </a:solidFill>
              </a:defRPr>
            </a:pPr>
            <a:r>
              <a:rPr lang="en-US" sz="2800" dirty="0"/>
              <a:t>Abstract</a:t>
            </a:r>
            <a:endParaRPr sz="2800" dirty="0"/>
          </a:p>
        </p:txBody>
      </p:sp>
      <p:pic>
        <p:nvPicPr>
          <p:cNvPr id="54" name="object 3">
            <a:extLst>
              <a:ext uri="{FF2B5EF4-FFF2-40B4-BE49-F238E27FC236}">
                <a16:creationId xmlns:a16="http://schemas.microsoft.com/office/drawing/2014/main" id="{D7544F32-DE5A-1C03-8915-B2D3A466174B}"/>
              </a:ext>
            </a:extLst>
          </p:cNvPr>
          <p:cNvPicPr/>
          <p:nvPr/>
        </p:nvPicPr>
        <p:blipFill>
          <a:blip r:embed="rId3" cstate="print"/>
          <a:stretch>
            <a:fillRect/>
          </a:stretch>
        </p:blipFill>
        <p:spPr>
          <a:xfrm>
            <a:off x="290749" y="204310"/>
            <a:ext cx="1488889" cy="594359"/>
          </a:xfrm>
          <a:prstGeom prst="rect">
            <a:avLst/>
          </a:prstGeom>
        </p:spPr>
      </p:pic>
      <p:sp>
        <p:nvSpPr>
          <p:cNvPr id="20" name="TextBox 19">
            <a:extLst>
              <a:ext uri="{FF2B5EF4-FFF2-40B4-BE49-F238E27FC236}">
                <a16:creationId xmlns:a16="http://schemas.microsoft.com/office/drawing/2014/main" id="{1934A5E3-D3D6-F53F-1A21-4779D49C2A43}"/>
              </a:ext>
            </a:extLst>
          </p:cNvPr>
          <p:cNvSpPr txBox="1"/>
          <p:nvPr/>
        </p:nvSpPr>
        <p:spPr>
          <a:xfrm>
            <a:off x="717755" y="1615209"/>
            <a:ext cx="10432026" cy="3693319"/>
          </a:xfrm>
          <a:prstGeom prst="rect">
            <a:avLst/>
          </a:prstGeom>
          <a:noFill/>
        </p:spPr>
        <p:txBody>
          <a:bodyPr wrap="square">
            <a:spAutoFit/>
          </a:bodyPr>
          <a:lstStyle/>
          <a:p>
            <a:r>
              <a:rPr lang="en-IN" sz="2600" dirty="0"/>
              <a:t>The Library Management Data Analysis System aims to analyze library records using Python. The dataset contains information about books, authors, categories, issue dates, return dates, and fines. The project involves data collection, data cleaning, exploratory data analysis (EDA), and visualization to identify useful patterns in library operations. A classification model is also used to predict whether a book is likely to become overdue. Model performance is evaluated using accuracy, precision, recall, and F1-score. The results help in understanding library records, borrowing patterns, and overdue book trends.</a:t>
            </a:r>
          </a:p>
        </p:txBody>
      </p:sp>
      <p:sp>
        <p:nvSpPr>
          <p:cNvPr id="22" name="TextBox 21">
            <a:extLst>
              <a:ext uri="{FF2B5EF4-FFF2-40B4-BE49-F238E27FC236}">
                <a16:creationId xmlns:a16="http://schemas.microsoft.com/office/drawing/2014/main" id="{62B06E1B-52AF-EDE7-6F4D-84FC4FF8FB65}"/>
              </a:ext>
            </a:extLst>
          </p:cNvPr>
          <p:cNvSpPr txBox="1"/>
          <p:nvPr/>
        </p:nvSpPr>
        <p:spPr>
          <a:xfrm>
            <a:off x="717755" y="5488597"/>
            <a:ext cx="9851922" cy="861774"/>
          </a:xfrm>
          <a:prstGeom prst="rect">
            <a:avLst/>
          </a:prstGeom>
          <a:noFill/>
        </p:spPr>
        <p:txBody>
          <a:bodyPr wrap="square">
            <a:spAutoFit/>
          </a:bodyPr>
          <a:lstStyle/>
          <a:p>
            <a:pPr lvl="0"/>
            <a:r>
              <a:rPr lang="en-IN" sz="2500" b="1" dirty="0"/>
              <a:t>Technologies Used : </a:t>
            </a:r>
            <a:r>
              <a:rPr lang="en-IN" sz="2500" dirty="0"/>
              <a:t>Python ,Google </a:t>
            </a:r>
            <a:r>
              <a:rPr lang="en-IN" sz="2500" dirty="0" err="1"/>
              <a:t>Colab</a:t>
            </a:r>
            <a:r>
              <a:rPr lang="en-IN" sz="2500" dirty="0"/>
              <a:t> ,Pandas ,NumPy ,Matplotlib Seaborn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988635"/>
            <a:ext cx="2874633" cy="492443"/>
          </a:xfrm>
          <a:prstGeom prst="rect">
            <a:avLst/>
          </a:prstGeom>
          <a:noFill/>
        </p:spPr>
        <p:txBody>
          <a:bodyPr wrap="none">
            <a:spAutoFit/>
          </a:bodyPr>
          <a:lstStyle/>
          <a:p>
            <a:pPr>
              <a:defRPr sz="2600" b="1">
                <a:solidFill>
                  <a:srgbClr val="1F3756"/>
                </a:solidFill>
              </a:defRPr>
            </a:pPr>
            <a:r>
              <a:rPr lang="en-IN" sz="2600" b="1" dirty="0">
                <a:solidFill>
                  <a:srgbClr val="1F3756"/>
                </a:solidFill>
              </a:rPr>
              <a:t>Problem Statement</a:t>
            </a:r>
            <a:endParaRPr dirty="0"/>
          </a:p>
        </p:txBody>
      </p:sp>
      <p:sp>
        <p:nvSpPr>
          <p:cNvPr id="4" name="TextBox 3"/>
          <p:cNvSpPr txBox="1"/>
          <p:nvPr/>
        </p:nvSpPr>
        <p:spPr>
          <a:xfrm>
            <a:off x="640079" y="1805543"/>
            <a:ext cx="11227455" cy="2893100"/>
          </a:xfrm>
          <a:prstGeom prst="rect">
            <a:avLst/>
          </a:prstGeom>
          <a:noFill/>
        </p:spPr>
        <p:txBody>
          <a:bodyPr wrap="square">
            <a:spAutoFit/>
          </a:bodyPr>
          <a:lstStyle/>
          <a:p>
            <a:r>
              <a:rPr lang="en-IN" sz="2600" dirty="0"/>
              <a:t>Library records may contain missing values, duplicate records, and information that is difficult to interpret manually. Analyzing these records is necessary to understand book availability, borrowing patterns, overdue books, and fine amounts. The project addresses these challenges through data cleaning, exploratory data analysis, and visualization. It also uses a classification model to predict overdue status and evaluates the model's performance using appropriate metrics.</a:t>
            </a:r>
          </a:p>
        </p:txBody>
      </p:sp>
      <p:pic>
        <p:nvPicPr>
          <p:cNvPr id="12" name="object 3">
            <a:extLst>
              <a:ext uri="{FF2B5EF4-FFF2-40B4-BE49-F238E27FC236}">
                <a16:creationId xmlns:a16="http://schemas.microsoft.com/office/drawing/2014/main" id="{58E52A97-EAE7-90F5-C23B-D7ED7B7B5638}"/>
              </a:ext>
            </a:extLst>
          </p:cNvPr>
          <p:cNvPicPr/>
          <p:nvPr/>
        </p:nvPicPr>
        <p:blipFill>
          <a:blip r:embed="rId2" cstate="print"/>
          <a:stretch>
            <a:fillRect/>
          </a:stretch>
        </p:blipFill>
        <p:spPr>
          <a:xfrm>
            <a:off x="290749" y="214142"/>
            <a:ext cx="1488889" cy="5943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8359C-E446-0451-2101-A19136B072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132F8E-6670-07E1-DAA0-1024A6E1AA1B}"/>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DB36D13-888F-0C0A-4E02-4D65F1F0733F}"/>
              </a:ext>
            </a:extLst>
          </p:cNvPr>
          <p:cNvSpPr txBox="1"/>
          <p:nvPr/>
        </p:nvSpPr>
        <p:spPr>
          <a:xfrm>
            <a:off x="639011" y="987058"/>
            <a:ext cx="1635512" cy="492443"/>
          </a:xfrm>
          <a:prstGeom prst="rect">
            <a:avLst/>
          </a:prstGeom>
          <a:noFill/>
        </p:spPr>
        <p:txBody>
          <a:bodyPr wrap="none">
            <a:spAutoFit/>
          </a:bodyPr>
          <a:lstStyle/>
          <a:p>
            <a:pPr>
              <a:defRPr sz="2600" b="1">
                <a:solidFill>
                  <a:srgbClr val="1F3756"/>
                </a:solidFill>
              </a:defRPr>
            </a:pPr>
            <a:r>
              <a:rPr lang="en-US" dirty="0"/>
              <a:t>Objectives</a:t>
            </a:r>
            <a:endParaRPr dirty="0"/>
          </a:p>
        </p:txBody>
      </p:sp>
      <p:sp>
        <p:nvSpPr>
          <p:cNvPr id="4" name="TextBox 3">
            <a:extLst>
              <a:ext uri="{FF2B5EF4-FFF2-40B4-BE49-F238E27FC236}">
                <a16:creationId xmlns:a16="http://schemas.microsoft.com/office/drawing/2014/main" id="{EB9C58DB-7096-E758-6B90-ED10DC27A7B4}"/>
              </a:ext>
            </a:extLst>
          </p:cNvPr>
          <p:cNvSpPr txBox="1"/>
          <p:nvPr/>
        </p:nvSpPr>
        <p:spPr>
          <a:xfrm>
            <a:off x="640079" y="1658059"/>
            <a:ext cx="11227455" cy="3539430"/>
          </a:xfrm>
          <a:prstGeom prst="rect">
            <a:avLst/>
          </a:prstGeom>
          <a:noFill/>
        </p:spPr>
        <p:txBody>
          <a:bodyPr wrap="square">
            <a:spAutoFit/>
          </a:bodyPr>
          <a:lstStyle/>
          <a:p>
            <a:pPr marL="457200" lvl="0" indent="-457200">
              <a:buFont typeface="Arial" panose="020B0604020202020204" pitchFamily="34" charset="0"/>
              <a:buChar char="•"/>
            </a:pPr>
            <a:r>
              <a:rPr lang="en-IN" sz="2800" dirty="0"/>
              <a:t>To load and inspect the library dataset using Python.</a:t>
            </a:r>
          </a:p>
          <a:p>
            <a:pPr marL="457200" lvl="0" indent="-457200">
              <a:buFont typeface="Arial" panose="020B0604020202020204" pitchFamily="34" charset="0"/>
              <a:buChar char="•"/>
            </a:pPr>
            <a:r>
              <a:rPr lang="en-IN" sz="2800" dirty="0"/>
              <a:t>To identify and handle missing values and duplicate records.</a:t>
            </a:r>
          </a:p>
          <a:p>
            <a:pPr marL="457200" lvl="0" indent="-457200">
              <a:buFont typeface="Arial" panose="020B0604020202020204" pitchFamily="34" charset="0"/>
              <a:buChar char="•"/>
            </a:pPr>
            <a:r>
              <a:rPr lang="en-IN" sz="2800" dirty="0"/>
              <a:t>To perform exploratory data analysis (EDA).</a:t>
            </a:r>
          </a:p>
          <a:p>
            <a:pPr marL="457200" lvl="0" indent="-457200">
              <a:buFont typeface="Arial" panose="020B0604020202020204" pitchFamily="34" charset="0"/>
              <a:buChar char="•"/>
            </a:pPr>
            <a:r>
              <a:rPr lang="en-IN" sz="2800" dirty="0"/>
              <a:t>To visualize book status, categories, authors, and borrowing patterns.</a:t>
            </a:r>
          </a:p>
          <a:p>
            <a:pPr marL="457200" lvl="0" indent="-457200">
              <a:buFont typeface="Arial" panose="020B0604020202020204" pitchFamily="34" charset="0"/>
              <a:buChar char="•"/>
            </a:pPr>
            <a:r>
              <a:rPr lang="en-IN" sz="2800" dirty="0"/>
              <a:t>To develop a classification model for predicting overdue status.</a:t>
            </a:r>
          </a:p>
          <a:p>
            <a:pPr marL="457200" lvl="0" indent="-457200">
              <a:buFont typeface="Arial" panose="020B0604020202020204" pitchFamily="34" charset="0"/>
              <a:buChar char="•"/>
            </a:pPr>
            <a:r>
              <a:rPr lang="en-IN" sz="2800" dirty="0"/>
              <a:t>To evaluate model performance using accuracy, precision, recall, and F1-score.</a:t>
            </a:r>
          </a:p>
          <a:p>
            <a:pPr marL="457200" lvl="0" indent="-457200">
              <a:buFont typeface="Arial" panose="020B0604020202020204" pitchFamily="34" charset="0"/>
              <a:buChar char="•"/>
            </a:pPr>
            <a:r>
              <a:rPr lang="en-IN" sz="2800" dirty="0"/>
              <a:t>To interpret the results and identify useful insights from library records.</a:t>
            </a:r>
          </a:p>
        </p:txBody>
      </p:sp>
      <p:pic>
        <p:nvPicPr>
          <p:cNvPr id="12" name="object 3">
            <a:extLst>
              <a:ext uri="{FF2B5EF4-FFF2-40B4-BE49-F238E27FC236}">
                <a16:creationId xmlns:a16="http://schemas.microsoft.com/office/drawing/2014/main" id="{3100E308-7984-46BB-5834-A67F45B59FE6}"/>
              </a:ext>
            </a:extLst>
          </p:cNvPr>
          <p:cNvPicPr/>
          <p:nvPr/>
        </p:nvPicPr>
        <p:blipFill>
          <a:blip r:embed="rId2" cstate="print"/>
          <a:stretch>
            <a:fillRect/>
          </a:stretch>
        </p:blipFill>
        <p:spPr>
          <a:xfrm>
            <a:off x="290749" y="214142"/>
            <a:ext cx="1488889" cy="594359"/>
          </a:xfrm>
          <a:prstGeom prst="rect">
            <a:avLst/>
          </a:prstGeom>
        </p:spPr>
      </p:pic>
    </p:spTree>
    <p:extLst>
      <p:ext uri="{BB962C8B-B14F-4D97-AF65-F5344CB8AC3E}">
        <p14:creationId xmlns:p14="http://schemas.microsoft.com/office/powerpoint/2010/main" val="21220757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3EC77-1E16-3D17-AA93-DA31E78E8EB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6F2DEE0-3958-6594-0F7D-A3B49D466F65}"/>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99D0583-43C9-0FA0-453C-DF78E1ADAB16}"/>
              </a:ext>
            </a:extLst>
          </p:cNvPr>
          <p:cNvSpPr txBox="1"/>
          <p:nvPr/>
        </p:nvSpPr>
        <p:spPr>
          <a:xfrm>
            <a:off x="639011" y="987058"/>
            <a:ext cx="3970511" cy="461665"/>
          </a:xfrm>
          <a:prstGeom prst="rect">
            <a:avLst/>
          </a:prstGeom>
          <a:noFill/>
        </p:spPr>
        <p:txBody>
          <a:bodyPr wrap="none">
            <a:spAutoFit/>
          </a:bodyPr>
          <a:lstStyle/>
          <a:p>
            <a:pPr>
              <a:defRPr sz="2600" b="1">
                <a:solidFill>
                  <a:srgbClr val="1F3756"/>
                </a:solidFill>
              </a:defRPr>
            </a:pPr>
            <a:r>
              <a:rPr lang="en-IN" sz="2400" b="1" dirty="0"/>
              <a:t>Limitations of Existing System</a:t>
            </a:r>
          </a:p>
        </p:txBody>
      </p:sp>
      <p:sp>
        <p:nvSpPr>
          <p:cNvPr id="4" name="TextBox 3">
            <a:extLst>
              <a:ext uri="{FF2B5EF4-FFF2-40B4-BE49-F238E27FC236}">
                <a16:creationId xmlns:a16="http://schemas.microsoft.com/office/drawing/2014/main" id="{93086455-5316-8526-5DAA-8C8F5FE93EA6}"/>
              </a:ext>
            </a:extLst>
          </p:cNvPr>
          <p:cNvSpPr txBox="1"/>
          <p:nvPr/>
        </p:nvSpPr>
        <p:spPr>
          <a:xfrm>
            <a:off x="640079" y="1658059"/>
            <a:ext cx="11227455" cy="3416320"/>
          </a:xfrm>
          <a:prstGeom prst="rect">
            <a:avLst/>
          </a:prstGeom>
          <a:noFill/>
        </p:spPr>
        <p:txBody>
          <a:bodyPr wrap="square">
            <a:spAutoFit/>
          </a:bodyPr>
          <a:lstStyle/>
          <a:p>
            <a:pPr marL="342900" indent="-342900">
              <a:buFont typeface="Arial" panose="020B0604020202020204" pitchFamily="34" charset="0"/>
              <a:buChar char="•"/>
            </a:pPr>
            <a:r>
              <a:rPr lang="en-IN" sz="2400" dirty="0"/>
              <a:t>It needs a lot of paper work.</a:t>
            </a:r>
          </a:p>
          <a:p>
            <a:pPr marL="342900" indent="-342900">
              <a:buFont typeface="Arial" panose="020B0604020202020204" pitchFamily="34" charset="0"/>
              <a:buChar char="•"/>
            </a:pPr>
            <a:r>
              <a:rPr lang="en-IN" sz="2400" dirty="0"/>
              <a:t>Most work is done by hand.</a:t>
            </a:r>
          </a:p>
          <a:p>
            <a:pPr marL="342900" indent="-342900">
              <a:buFont typeface="Arial" panose="020B0604020202020204" pitchFamily="34" charset="0"/>
              <a:buChar char="•"/>
            </a:pPr>
            <a:r>
              <a:rPr lang="en-IN" sz="2400" dirty="0"/>
              <a:t>Finding a book takes time.</a:t>
            </a:r>
          </a:p>
          <a:p>
            <a:pPr marL="342900" indent="-342900">
              <a:buFont typeface="Arial" panose="020B0604020202020204" pitchFamily="34" charset="0"/>
              <a:buChar char="•"/>
            </a:pPr>
            <a:r>
              <a:rPr lang="en-IN" sz="2400" dirty="0"/>
              <a:t>Records can be lost or damaged.</a:t>
            </a:r>
          </a:p>
          <a:p>
            <a:pPr marL="342900" indent="-342900">
              <a:buFont typeface="Arial" panose="020B0604020202020204" pitchFamily="34" charset="0"/>
              <a:buChar char="•"/>
            </a:pPr>
            <a:r>
              <a:rPr lang="en-IN" sz="2400" dirty="0"/>
              <a:t>Mistakes can happen while writing details.</a:t>
            </a:r>
          </a:p>
          <a:p>
            <a:pPr marL="342900" indent="-342900">
              <a:buFont typeface="Arial" panose="020B0604020202020204" pitchFamily="34" charset="0"/>
              <a:buChar char="•"/>
            </a:pPr>
            <a:r>
              <a:rPr lang="en-IN" sz="2400" dirty="0"/>
              <a:t>It is hard to know if a book is available.</a:t>
            </a:r>
          </a:p>
          <a:p>
            <a:pPr marL="342900" indent="-342900">
              <a:buFont typeface="Arial" panose="020B0604020202020204" pitchFamily="34" charset="0"/>
              <a:buChar char="•"/>
            </a:pPr>
            <a:r>
              <a:rPr lang="en-IN" sz="2400" dirty="0"/>
              <a:t>Fine calculation can have mistakes.</a:t>
            </a:r>
          </a:p>
          <a:p>
            <a:pPr marL="342900" indent="-342900">
              <a:buFont typeface="Arial" panose="020B0604020202020204" pitchFamily="34" charset="0"/>
              <a:buChar char="•"/>
            </a:pPr>
            <a:r>
              <a:rPr lang="en-IN" sz="2400" dirty="0"/>
              <a:t>Making reports takes more time.</a:t>
            </a:r>
          </a:p>
          <a:p>
            <a:pPr marL="342900" indent="-342900">
              <a:buFont typeface="Arial" panose="020B0604020202020204" pitchFamily="34" charset="0"/>
              <a:buChar char="•"/>
            </a:pPr>
            <a:r>
              <a:rPr lang="en-IN" sz="2400" dirty="0"/>
              <a:t>Some records may be missing or repeated.</a:t>
            </a:r>
          </a:p>
        </p:txBody>
      </p:sp>
      <p:pic>
        <p:nvPicPr>
          <p:cNvPr id="12" name="object 3">
            <a:extLst>
              <a:ext uri="{FF2B5EF4-FFF2-40B4-BE49-F238E27FC236}">
                <a16:creationId xmlns:a16="http://schemas.microsoft.com/office/drawing/2014/main" id="{41A20CCF-1C14-F292-A5F2-2AC5000328A5}"/>
              </a:ext>
            </a:extLst>
          </p:cNvPr>
          <p:cNvPicPr/>
          <p:nvPr/>
        </p:nvPicPr>
        <p:blipFill>
          <a:blip r:embed="rId2" cstate="print"/>
          <a:stretch>
            <a:fillRect/>
          </a:stretch>
        </p:blipFill>
        <p:spPr>
          <a:xfrm>
            <a:off x="290749" y="214142"/>
            <a:ext cx="1488889" cy="594359"/>
          </a:xfrm>
          <a:prstGeom prst="rect">
            <a:avLst/>
          </a:prstGeom>
        </p:spPr>
      </p:pic>
    </p:spTree>
    <p:extLst>
      <p:ext uri="{BB962C8B-B14F-4D97-AF65-F5344CB8AC3E}">
        <p14:creationId xmlns:p14="http://schemas.microsoft.com/office/powerpoint/2010/main" val="2917229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9E57D-2017-F160-A02B-970566E39AE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381691F-2883-1E80-665F-F731FCDB4193}"/>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B8A2564-19BD-6731-D6EB-D03D7EB8D316}"/>
              </a:ext>
            </a:extLst>
          </p:cNvPr>
          <p:cNvSpPr txBox="1"/>
          <p:nvPr/>
        </p:nvSpPr>
        <p:spPr>
          <a:xfrm>
            <a:off x="640079" y="920334"/>
            <a:ext cx="2376292" cy="461665"/>
          </a:xfrm>
          <a:prstGeom prst="rect">
            <a:avLst/>
          </a:prstGeom>
          <a:noFill/>
        </p:spPr>
        <p:txBody>
          <a:bodyPr wrap="none">
            <a:spAutoFit/>
          </a:bodyPr>
          <a:lstStyle/>
          <a:p>
            <a:r>
              <a:rPr lang="en-IN" sz="2400" b="1" dirty="0">
                <a:solidFill>
                  <a:schemeClr val="tx2">
                    <a:lumMod val="75000"/>
                  </a:schemeClr>
                </a:solidFill>
              </a:rPr>
              <a:t>Proposed System</a:t>
            </a:r>
          </a:p>
        </p:txBody>
      </p:sp>
      <p:sp>
        <p:nvSpPr>
          <p:cNvPr id="4" name="TextBox 3">
            <a:extLst>
              <a:ext uri="{FF2B5EF4-FFF2-40B4-BE49-F238E27FC236}">
                <a16:creationId xmlns:a16="http://schemas.microsoft.com/office/drawing/2014/main" id="{02107AF9-7B15-481B-EC52-8EE27A7ACA98}"/>
              </a:ext>
            </a:extLst>
          </p:cNvPr>
          <p:cNvSpPr txBox="1"/>
          <p:nvPr/>
        </p:nvSpPr>
        <p:spPr>
          <a:xfrm>
            <a:off x="640079" y="1350744"/>
            <a:ext cx="11227455" cy="2308324"/>
          </a:xfrm>
          <a:prstGeom prst="rect">
            <a:avLst/>
          </a:prstGeom>
          <a:noFill/>
        </p:spPr>
        <p:txBody>
          <a:bodyPr wrap="square">
            <a:spAutoFit/>
          </a:bodyPr>
          <a:lstStyle/>
          <a:p>
            <a:pPr marL="342900" indent="-342900">
              <a:buFont typeface="Arial" panose="020B0604020202020204" pitchFamily="34" charset="0"/>
              <a:buChar char="•"/>
            </a:pPr>
            <a:r>
              <a:rPr lang="en-IN" sz="2400" dirty="0"/>
              <a:t>Add and store book details.</a:t>
            </a:r>
          </a:p>
          <a:p>
            <a:pPr marL="342900" indent="-342900">
              <a:buFont typeface="Arial" panose="020B0604020202020204" pitchFamily="34" charset="0"/>
              <a:buChar char="•"/>
            </a:pPr>
            <a:r>
              <a:rPr lang="en-IN" sz="2400" dirty="0"/>
              <a:t>Add and store student details.</a:t>
            </a:r>
          </a:p>
          <a:p>
            <a:pPr marL="342900" indent="-342900">
              <a:buFont typeface="Arial" panose="020B0604020202020204" pitchFamily="34" charset="0"/>
              <a:buChar char="•"/>
            </a:pPr>
            <a:r>
              <a:rPr lang="en-IN" sz="2400" dirty="0"/>
              <a:t>Search for books easily.</a:t>
            </a:r>
          </a:p>
          <a:p>
            <a:pPr marL="342900" indent="-342900">
              <a:buFont typeface="Arial" panose="020B0604020202020204" pitchFamily="34" charset="0"/>
              <a:buChar char="•"/>
            </a:pPr>
            <a:r>
              <a:rPr lang="en-IN" sz="2400" dirty="0"/>
              <a:t>Check book availability.</a:t>
            </a:r>
          </a:p>
          <a:p>
            <a:pPr marL="342900" indent="-342900">
              <a:buFont typeface="Arial" panose="020B0604020202020204" pitchFamily="34" charset="0"/>
              <a:buChar char="•"/>
            </a:pPr>
            <a:r>
              <a:rPr lang="en-IN" sz="2400" dirty="0"/>
              <a:t>Issue books to students.</a:t>
            </a:r>
          </a:p>
          <a:p>
            <a:pPr marL="342900" indent="-342900">
              <a:buFont typeface="Arial" panose="020B0604020202020204" pitchFamily="34" charset="0"/>
              <a:buChar char="•"/>
            </a:pPr>
            <a:r>
              <a:rPr lang="en-IN" sz="2400" dirty="0"/>
              <a:t>Record returned books.</a:t>
            </a:r>
          </a:p>
        </p:txBody>
      </p:sp>
      <p:pic>
        <p:nvPicPr>
          <p:cNvPr id="12" name="object 3">
            <a:extLst>
              <a:ext uri="{FF2B5EF4-FFF2-40B4-BE49-F238E27FC236}">
                <a16:creationId xmlns:a16="http://schemas.microsoft.com/office/drawing/2014/main" id="{1199E5EF-78D2-DCAA-341C-D72BE7028C7C}"/>
              </a:ext>
            </a:extLst>
          </p:cNvPr>
          <p:cNvPicPr/>
          <p:nvPr/>
        </p:nvPicPr>
        <p:blipFill>
          <a:blip r:embed="rId2" cstate="print"/>
          <a:stretch>
            <a:fillRect/>
          </a:stretch>
        </p:blipFill>
        <p:spPr>
          <a:xfrm>
            <a:off x="290749" y="214142"/>
            <a:ext cx="1488889" cy="594359"/>
          </a:xfrm>
          <a:prstGeom prst="rect">
            <a:avLst/>
          </a:prstGeom>
        </p:spPr>
      </p:pic>
      <p:sp>
        <p:nvSpPr>
          <p:cNvPr id="6" name="TextBox 5">
            <a:extLst>
              <a:ext uri="{FF2B5EF4-FFF2-40B4-BE49-F238E27FC236}">
                <a16:creationId xmlns:a16="http://schemas.microsoft.com/office/drawing/2014/main" id="{A81B358E-B724-0DFF-6425-5157ADE8209D}"/>
              </a:ext>
            </a:extLst>
          </p:cNvPr>
          <p:cNvSpPr txBox="1"/>
          <p:nvPr/>
        </p:nvSpPr>
        <p:spPr>
          <a:xfrm>
            <a:off x="639011" y="4047900"/>
            <a:ext cx="6145160" cy="461665"/>
          </a:xfrm>
          <a:prstGeom prst="rect">
            <a:avLst/>
          </a:prstGeom>
          <a:noFill/>
        </p:spPr>
        <p:txBody>
          <a:bodyPr wrap="square">
            <a:spAutoFit/>
          </a:bodyPr>
          <a:lstStyle/>
          <a:p>
            <a:r>
              <a:rPr lang="en-IN" sz="2400" b="1" dirty="0">
                <a:solidFill>
                  <a:schemeClr val="tx2">
                    <a:lumMod val="75000"/>
                  </a:schemeClr>
                </a:solidFill>
              </a:rPr>
              <a:t>Advantages</a:t>
            </a:r>
          </a:p>
        </p:txBody>
      </p:sp>
      <p:sp>
        <p:nvSpPr>
          <p:cNvPr id="8" name="TextBox 7">
            <a:extLst>
              <a:ext uri="{FF2B5EF4-FFF2-40B4-BE49-F238E27FC236}">
                <a16:creationId xmlns:a16="http://schemas.microsoft.com/office/drawing/2014/main" id="{41E3C4D0-4BAF-22DC-0381-D80FE4489953}"/>
              </a:ext>
            </a:extLst>
          </p:cNvPr>
          <p:cNvSpPr txBox="1"/>
          <p:nvPr/>
        </p:nvSpPr>
        <p:spPr>
          <a:xfrm>
            <a:off x="640079" y="4509565"/>
            <a:ext cx="6145160" cy="1938992"/>
          </a:xfrm>
          <a:prstGeom prst="rect">
            <a:avLst/>
          </a:prstGeom>
          <a:noFill/>
        </p:spPr>
        <p:txBody>
          <a:bodyPr wrap="square">
            <a:spAutoFit/>
          </a:bodyPr>
          <a:lstStyle/>
          <a:p>
            <a:pPr lvl="0"/>
            <a:r>
              <a:rPr lang="en-IN" sz="2400" dirty="0"/>
              <a:t>Faster library work.</a:t>
            </a:r>
          </a:p>
          <a:p>
            <a:pPr lvl="0"/>
            <a:r>
              <a:rPr lang="en-IN" sz="2400" dirty="0"/>
              <a:t>Less paperwork.</a:t>
            </a:r>
          </a:p>
          <a:p>
            <a:pPr lvl="0"/>
            <a:r>
              <a:rPr lang="en-IN" sz="2400" dirty="0"/>
              <a:t>Fewer mistakes in records.</a:t>
            </a:r>
          </a:p>
          <a:p>
            <a:pPr lvl="0"/>
            <a:r>
              <a:rPr lang="en-IN" sz="2400" dirty="0"/>
              <a:t>Easy book searching.</a:t>
            </a:r>
          </a:p>
          <a:p>
            <a:pPr lvl="0"/>
            <a:r>
              <a:rPr lang="en-IN" sz="2400" dirty="0"/>
              <a:t>Quick checking of book availability.</a:t>
            </a:r>
          </a:p>
        </p:txBody>
      </p:sp>
    </p:spTree>
    <p:extLst>
      <p:ext uri="{BB962C8B-B14F-4D97-AF65-F5344CB8AC3E}">
        <p14:creationId xmlns:p14="http://schemas.microsoft.com/office/powerpoint/2010/main" val="2482119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447" y="885625"/>
            <a:ext cx="9734088" cy="492443"/>
          </a:xfrm>
          <a:prstGeom prst="rect">
            <a:avLst/>
          </a:prstGeom>
          <a:noFill/>
        </p:spPr>
        <p:txBody>
          <a:bodyPr wrap="square">
            <a:spAutoFit/>
          </a:bodyPr>
          <a:lstStyle/>
          <a:p>
            <a:pPr>
              <a:defRPr sz="2600" b="1">
                <a:solidFill>
                  <a:srgbClr val="1F3756"/>
                </a:solidFill>
              </a:defRPr>
            </a:pPr>
            <a:r>
              <a:rPr lang="en-IN" sz="2600" b="1" dirty="0">
                <a:solidFill>
                  <a:srgbClr val="1F3756"/>
                </a:solidFill>
              </a:rPr>
              <a:t>Dataset Description</a:t>
            </a:r>
            <a:endParaRPr dirty="0"/>
          </a:p>
        </p:txBody>
      </p:sp>
      <p:pic>
        <p:nvPicPr>
          <p:cNvPr id="7" name="object 3">
            <a:extLst>
              <a:ext uri="{FF2B5EF4-FFF2-40B4-BE49-F238E27FC236}">
                <a16:creationId xmlns:a16="http://schemas.microsoft.com/office/drawing/2014/main" id="{DD64E89F-49CA-A014-6EA3-EAE0C3F39843}"/>
              </a:ext>
            </a:extLst>
          </p:cNvPr>
          <p:cNvPicPr/>
          <p:nvPr/>
        </p:nvPicPr>
        <p:blipFill>
          <a:blip r:embed="rId3" cstate="print"/>
          <a:stretch>
            <a:fillRect/>
          </a:stretch>
        </p:blipFill>
        <p:spPr>
          <a:xfrm>
            <a:off x="290749" y="204310"/>
            <a:ext cx="1488889" cy="594359"/>
          </a:xfrm>
          <a:prstGeom prst="rect">
            <a:avLst/>
          </a:prstGeom>
        </p:spPr>
      </p:pic>
      <p:graphicFrame>
        <p:nvGraphicFramePr>
          <p:cNvPr id="6" name="Table 5">
            <a:extLst>
              <a:ext uri="{FF2B5EF4-FFF2-40B4-BE49-F238E27FC236}">
                <a16:creationId xmlns:a16="http://schemas.microsoft.com/office/drawing/2014/main" id="{E4DC116B-49B1-E181-CBBC-09C0EC40E13C}"/>
              </a:ext>
            </a:extLst>
          </p:cNvPr>
          <p:cNvGraphicFramePr>
            <a:graphicFrameLocks noGrp="1"/>
          </p:cNvGraphicFramePr>
          <p:nvPr>
            <p:extLst>
              <p:ext uri="{D42A27DB-BD31-4B8C-83A1-F6EECF244321}">
                <p14:modId xmlns:p14="http://schemas.microsoft.com/office/powerpoint/2010/main" val="1269863123"/>
              </p:ext>
            </p:extLst>
          </p:nvPr>
        </p:nvGraphicFramePr>
        <p:xfrm>
          <a:off x="2340077" y="1465024"/>
          <a:ext cx="6705600" cy="4820920"/>
        </p:xfrm>
        <a:graphic>
          <a:graphicData uri="http://schemas.openxmlformats.org/drawingml/2006/table">
            <a:tbl>
              <a:tblPr firstRow="1" bandRow="1">
                <a:tableStyleId>{5C22544A-7EE6-4342-B048-85BDC9FD1C3A}</a:tableStyleId>
              </a:tblPr>
              <a:tblGrid>
                <a:gridCol w="3352800">
                  <a:extLst>
                    <a:ext uri="{9D8B030D-6E8A-4147-A177-3AD203B41FA5}">
                      <a16:colId xmlns:a16="http://schemas.microsoft.com/office/drawing/2014/main" val="1944288598"/>
                    </a:ext>
                  </a:extLst>
                </a:gridCol>
                <a:gridCol w="3352800">
                  <a:extLst>
                    <a:ext uri="{9D8B030D-6E8A-4147-A177-3AD203B41FA5}">
                      <a16:colId xmlns:a16="http://schemas.microsoft.com/office/drawing/2014/main" val="115453955"/>
                    </a:ext>
                  </a:extLst>
                </a:gridCol>
              </a:tblGrid>
              <a:tr h="370840">
                <a:tc>
                  <a:txBody>
                    <a:bodyPr/>
                    <a:lstStyle/>
                    <a:p>
                      <a:pPr>
                        <a:buNone/>
                      </a:pPr>
                      <a:r>
                        <a:rPr lang="en-IN" dirty="0"/>
                        <a:t>Feature</a:t>
                      </a:r>
                    </a:p>
                  </a:txBody>
                  <a:tcPr anchor="ctr"/>
                </a:tc>
                <a:tc>
                  <a:txBody>
                    <a:bodyPr/>
                    <a:lstStyle/>
                    <a:p>
                      <a:pPr>
                        <a:buNone/>
                      </a:pPr>
                      <a:r>
                        <a:rPr lang="en-IN"/>
                        <a:t>Description</a:t>
                      </a:r>
                    </a:p>
                  </a:txBody>
                  <a:tcPr anchor="ctr"/>
                </a:tc>
                <a:extLst>
                  <a:ext uri="{0D108BD9-81ED-4DB2-BD59-A6C34878D82A}">
                    <a16:rowId xmlns:a16="http://schemas.microsoft.com/office/drawing/2014/main" val="430319842"/>
                  </a:ext>
                </a:extLst>
              </a:tr>
              <a:tr h="370840">
                <a:tc>
                  <a:txBody>
                    <a:bodyPr/>
                    <a:lstStyle/>
                    <a:p>
                      <a:pPr>
                        <a:buNone/>
                      </a:pPr>
                      <a:r>
                        <a:rPr lang="en-IN" dirty="0"/>
                        <a:t>Book_ID</a:t>
                      </a:r>
                    </a:p>
                  </a:txBody>
                  <a:tcPr anchor="ctr"/>
                </a:tc>
                <a:tc>
                  <a:txBody>
                    <a:bodyPr/>
                    <a:lstStyle/>
                    <a:p>
                      <a:pPr>
                        <a:buNone/>
                      </a:pPr>
                      <a:r>
                        <a:rPr lang="en-IN" dirty="0"/>
                        <a:t>Unique ID for each book</a:t>
                      </a:r>
                    </a:p>
                  </a:txBody>
                  <a:tcPr anchor="ctr"/>
                </a:tc>
                <a:extLst>
                  <a:ext uri="{0D108BD9-81ED-4DB2-BD59-A6C34878D82A}">
                    <a16:rowId xmlns:a16="http://schemas.microsoft.com/office/drawing/2014/main" val="2626620897"/>
                  </a:ext>
                </a:extLst>
              </a:tr>
              <a:tr h="370840">
                <a:tc>
                  <a:txBody>
                    <a:bodyPr/>
                    <a:lstStyle/>
                    <a:p>
                      <a:pPr>
                        <a:buNone/>
                      </a:pPr>
                      <a:r>
                        <a:rPr lang="en-IN" dirty="0"/>
                        <a:t>Book_Name</a:t>
                      </a:r>
                    </a:p>
                  </a:txBody>
                  <a:tcPr anchor="ctr"/>
                </a:tc>
                <a:tc>
                  <a:txBody>
                    <a:bodyPr/>
                    <a:lstStyle/>
                    <a:p>
                      <a:pPr>
                        <a:buNone/>
                      </a:pPr>
                      <a:r>
                        <a:rPr lang="en-IN" dirty="0"/>
                        <a:t>Name of the book</a:t>
                      </a:r>
                    </a:p>
                  </a:txBody>
                  <a:tcPr anchor="ctr"/>
                </a:tc>
                <a:extLst>
                  <a:ext uri="{0D108BD9-81ED-4DB2-BD59-A6C34878D82A}">
                    <a16:rowId xmlns:a16="http://schemas.microsoft.com/office/drawing/2014/main" val="2511511095"/>
                  </a:ext>
                </a:extLst>
              </a:tr>
              <a:tr h="370840">
                <a:tc>
                  <a:txBody>
                    <a:bodyPr/>
                    <a:lstStyle/>
                    <a:p>
                      <a:pPr>
                        <a:buNone/>
                      </a:pPr>
                      <a:r>
                        <a:rPr lang="en-IN" dirty="0"/>
                        <a:t>Author_Name</a:t>
                      </a:r>
                    </a:p>
                  </a:txBody>
                  <a:tcPr anchor="ctr"/>
                </a:tc>
                <a:tc>
                  <a:txBody>
                    <a:bodyPr/>
                    <a:lstStyle/>
                    <a:p>
                      <a:pPr>
                        <a:buNone/>
                      </a:pPr>
                      <a:r>
                        <a:rPr lang="en-IN" dirty="0"/>
                        <a:t>Name of the author</a:t>
                      </a:r>
                    </a:p>
                  </a:txBody>
                  <a:tcPr anchor="ctr"/>
                </a:tc>
                <a:extLst>
                  <a:ext uri="{0D108BD9-81ED-4DB2-BD59-A6C34878D82A}">
                    <a16:rowId xmlns:a16="http://schemas.microsoft.com/office/drawing/2014/main" val="478132485"/>
                  </a:ext>
                </a:extLst>
              </a:tr>
              <a:tr h="370840">
                <a:tc>
                  <a:txBody>
                    <a:bodyPr/>
                    <a:lstStyle/>
                    <a:p>
                      <a:pPr>
                        <a:buNone/>
                      </a:pPr>
                      <a:r>
                        <a:rPr lang="en-IN" dirty="0"/>
                        <a:t>Book_Category</a:t>
                      </a:r>
                    </a:p>
                  </a:txBody>
                  <a:tcPr anchor="ctr"/>
                </a:tc>
                <a:tc>
                  <a:txBody>
                    <a:bodyPr/>
                    <a:lstStyle/>
                    <a:p>
                      <a:pPr>
                        <a:buNone/>
                      </a:pPr>
                      <a:r>
                        <a:rPr lang="en-IN" dirty="0"/>
                        <a:t>Type of book</a:t>
                      </a:r>
                    </a:p>
                  </a:txBody>
                  <a:tcPr anchor="ctr"/>
                </a:tc>
                <a:extLst>
                  <a:ext uri="{0D108BD9-81ED-4DB2-BD59-A6C34878D82A}">
                    <a16:rowId xmlns:a16="http://schemas.microsoft.com/office/drawing/2014/main" val="2830447892"/>
                  </a:ext>
                </a:extLst>
              </a:tr>
              <a:tr h="370840">
                <a:tc>
                  <a:txBody>
                    <a:bodyPr/>
                    <a:lstStyle/>
                    <a:p>
                      <a:pPr>
                        <a:buNone/>
                      </a:pPr>
                      <a:r>
                        <a:rPr lang="en-IN" dirty="0"/>
                        <a:t>Publisher_Name</a:t>
                      </a:r>
                    </a:p>
                  </a:txBody>
                  <a:tcPr anchor="ctr"/>
                </a:tc>
                <a:tc>
                  <a:txBody>
                    <a:bodyPr/>
                    <a:lstStyle/>
                    <a:p>
                      <a:pPr>
                        <a:buNone/>
                      </a:pPr>
                      <a:r>
                        <a:rPr lang="en-IN" dirty="0"/>
                        <a:t>Name of the publisher</a:t>
                      </a:r>
                    </a:p>
                  </a:txBody>
                  <a:tcPr anchor="ctr"/>
                </a:tc>
                <a:extLst>
                  <a:ext uri="{0D108BD9-81ED-4DB2-BD59-A6C34878D82A}">
                    <a16:rowId xmlns:a16="http://schemas.microsoft.com/office/drawing/2014/main" val="2385607616"/>
                  </a:ext>
                </a:extLst>
              </a:tr>
              <a:tr h="370840">
                <a:tc>
                  <a:txBody>
                    <a:bodyPr/>
                    <a:lstStyle/>
                    <a:p>
                      <a:pPr>
                        <a:buNone/>
                      </a:pPr>
                      <a:r>
                        <a:rPr lang="en-IN" dirty="0"/>
                        <a:t>Total_Copies</a:t>
                      </a:r>
                    </a:p>
                  </a:txBody>
                  <a:tcPr anchor="ctr"/>
                </a:tc>
                <a:tc>
                  <a:txBody>
                    <a:bodyPr/>
                    <a:lstStyle/>
                    <a:p>
                      <a:pPr>
                        <a:buNone/>
                      </a:pPr>
                      <a:r>
                        <a:rPr lang="en-IN" dirty="0"/>
                        <a:t>Total copies of the book</a:t>
                      </a:r>
                    </a:p>
                  </a:txBody>
                  <a:tcPr anchor="ctr"/>
                </a:tc>
                <a:extLst>
                  <a:ext uri="{0D108BD9-81ED-4DB2-BD59-A6C34878D82A}">
                    <a16:rowId xmlns:a16="http://schemas.microsoft.com/office/drawing/2014/main" val="3951019599"/>
                  </a:ext>
                </a:extLst>
              </a:tr>
              <a:tr h="370840">
                <a:tc>
                  <a:txBody>
                    <a:bodyPr/>
                    <a:lstStyle/>
                    <a:p>
                      <a:pPr>
                        <a:buNone/>
                      </a:pPr>
                      <a:r>
                        <a:rPr lang="en-IN" dirty="0"/>
                        <a:t>Student_ID</a:t>
                      </a:r>
                    </a:p>
                  </a:txBody>
                  <a:tcPr anchor="ctr"/>
                </a:tc>
                <a:tc>
                  <a:txBody>
                    <a:bodyPr/>
                    <a:lstStyle/>
                    <a:p>
                      <a:pPr>
                        <a:buNone/>
                      </a:pPr>
                      <a:r>
                        <a:rPr lang="en-IN" dirty="0"/>
                        <a:t>Unique ID of the student</a:t>
                      </a:r>
                    </a:p>
                  </a:txBody>
                  <a:tcPr anchor="ctr"/>
                </a:tc>
                <a:extLst>
                  <a:ext uri="{0D108BD9-81ED-4DB2-BD59-A6C34878D82A}">
                    <a16:rowId xmlns:a16="http://schemas.microsoft.com/office/drawing/2014/main" val="202936586"/>
                  </a:ext>
                </a:extLst>
              </a:tr>
              <a:tr h="370840">
                <a:tc>
                  <a:txBody>
                    <a:bodyPr/>
                    <a:lstStyle/>
                    <a:p>
                      <a:pPr>
                        <a:buNone/>
                      </a:pPr>
                      <a:r>
                        <a:rPr lang="en-IN" dirty="0"/>
                        <a:t>Student_Name</a:t>
                      </a:r>
                    </a:p>
                  </a:txBody>
                  <a:tcPr anchor="ctr"/>
                </a:tc>
                <a:tc>
                  <a:txBody>
                    <a:bodyPr/>
                    <a:lstStyle/>
                    <a:p>
                      <a:pPr>
                        <a:buNone/>
                      </a:pPr>
                      <a:r>
                        <a:rPr lang="en-IN" dirty="0"/>
                        <a:t>Name of the student</a:t>
                      </a:r>
                    </a:p>
                  </a:txBody>
                  <a:tcPr anchor="ctr"/>
                </a:tc>
                <a:extLst>
                  <a:ext uri="{0D108BD9-81ED-4DB2-BD59-A6C34878D82A}">
                    <a16:rowId xmlns:a16="http://schemas.microsoft.com/office/drawing/2014/main" val="2155961198"/>
                  </a:ext>
                </a:extLst>
              </a:tr>
              <a:tr h="370840">
                <a:tc>
                  <a:txBody>
                    <a:bodyPr/>
                    <a:lstStyle/>
                    <a:p>
                      <a:pPr>
                        <a:buNone/>
                      </a:pPr>
                      <a:r>
                        <a:rPr lang="en-IN" dirty="0"/>
                        <a:t>Issue_Date</a:t>
                      </a:r>
                    </a:p>
                  </a:txBody>
                  <a:tcPr anchor="ctr"/>
                </a:tc>
                <a:tc>
                  <a:txBody>
                    <a:bodyPr/>
                    <a:lstStyle/>
                    <a:p>
                      <a:pPr>
                        <a:buNone/>
                      </a:pPr>
                      <a:r>
                        <a:rPr lang="en-IN" dirty="0"/>
                        <a:t>Date when the book is issued</a:t>
                      </a:r>
                    </a:p>
                  </a:txBody>
                  <a:tcPr anchor="ctr"/>
                </a:tc>
                <a:extLst>
                  <a:ext uri="{0D108BD9-81ED-4DB2-BD59-A6C34878D82A}">
                    <a16:rowId xmlns:a16="http://schemas.microsoft.com/office/drawing/2014/main" val="2585337993"/>
                  </a:ext>
                </a:extLst>
              </a:tr>
              <a:tr h="370840">
                <a:tc>
                  <a:txBody>
                    <a:bodyPr/>
                    <a:lstStyle/>
                    <a:p>
                      <a:pPr>
                        <a:buNone/>
                      </a:pPr>
                      <a:r>
                        <a:rPr lang="en-IN" dirty="0"/>
                        <a:t>Due_Date</a:t>
                      </a:r>
                    </a:p>
                  </a:txBody>
                  <a:tcPr anchor="ctr"/>
                </a:tc>
                <a:tc>
                  <a:txBody>
                    <a:bodyPr/>
                    <a:lstStyle/>
                    <a:p>
                      <a:pPr>
                        <a:buNone/>
                      </a:pPr>
                      <a:r>
                        <a:rPr lang="en-IN" dirty="0"/>
                        <a:t>Last date to return the book</a:t>
                      </a:r>
                    </a:p>
                  </a:txBody>
                  <a:tcPr anchor="ctr"/>
                </a:tc>
                <a:extLst>
                  <a:ext uri="{0D108BD9-81ED-4DB2-BD59-A6C34878D82A}">
                    <a16:rowId xmlns:a16="http://schemas.microsoft.com/office/drawing/2014/main" val="2168233187"/>
                  </a:ext>
                </a:extLst>
              </a:tr>
              <a:tr h="370840">
                <a:tc>
                  <a:txBody>
                    <a:bodyPr/>
                    <a:lstStyle/>
                    <a:p>
                      <a:pPr>
                        <a:buNone/>
                      </a:pPr>
                      <a:r>
                        <a:rPr lang="en-IN" dirty="0"/>
                        <a:t>Return_Date</a:t>
                      </a:r>
                    </a:p>
                  </a:txBody>
                  <a:tcPr anchor="ctr"/>
                </a:tc>
                <a:tc>
                  <a:txBody>
                    <a:bodyPr/>
                    <a:lstStyle/>
                    <a:p>
                      <a:pPr>
                        <a:buNone/>
                      </a:pPr>
                      <a:r>
                        <a:rPr lang="en-IN" dirty="0"/>
                        <a:t>Date when the book is returned</a:t>
                      </a:r>
                    </a:p>
                  </a:txBody>
                  <a:tcPr anchor="ctr"/>
                </a:tc>
                <a:extLst>
                  <a:ext uri="{0D108BD9-81ED-4DB2-BD59-A6C34878D82A}">
                    <a16:rowId xmlns:a16="http://schemas.microsoft.com/office/drawing/2014/main" val="1402234857"/>
                  </a:ext>
                </a:extLst>
              </a:tr>
              <a:tr h="370840">
                <a:tc>
                  <a:txBody>
                    <a:bodyPr/>
                    <a:lstStyle/>
                    <a:p>
                      <a:pPr>
                        <a:buNone/>
                      </a:pPr>
                      <a:r>
                        <a:rPr lang="en-IN" dirty="0"/>
                        <a:t>Fine_Amount</a:t>
                      </a:r>
                    </a:p>
                  </a:txBody>
                  <a:tcPr anchor="ctr"/>
                </a:tc>
                <a:tc>
                  <a:txBody>
                    <a:bodyPr/>
                    <a:lstStyle/>
                    <a:p>
                      <a:pPr>
                        <a:buNone/>
                      </a:pPr>
                      <a:r>
                        <a:rPr lang="en-IN" dirty="0"/>
                        <a:t>Fine for late return</a:t>
                      </a:r>
                    </a:p>
                  </a:txBody>
                  <a:tcPr anchor="ctr"/>
                </a:tc>
                <a:extLst>
                  <a:ext uri="{0D108BD9-81ED-4DB2-BD59-A6C34878D82A}">
                    <a16:rowId xmlns:a16="http://schemas.microsoft.com/office/drawing/2014/main" val="366328736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09447" y="688258"/>
            <a:ext cx="9734088" cy="492443"/>
          </a:xfrm>
          <a:prstGeom prst="rect">
            <a:avLst/>
          </a:prstGeom>
          <a:noFill/>
        </p:spPr>
        <p:txBody>
          <a:bodyPr wrap="square">
            <a:spAutoFit/>
          </a:bodyPr>
          <a:lstStyle/>
          <a:p>
            <a:pPr>
              <a:defRPr sz="2600" b="1">
                <a:solidFill>
                  <a:srgbClr val="1F3756"/>
                </a:solidFill>
              </a:defRPr>
            </a:pPr>
            <a:r>
              <a:rPr dirty="0"/>
              <a:t>DATASET BEFORE &amp; AFTER CLEANING</a:t>
            </a:r>
          </a:p>
        </p:txBody>
      </p:sp>
      <p:graphicFrame>
        <p:nvGraphicFramePr>
          <p:cNvPr id="4" name="Table 3"/>
          <p:cNvGraphicFramePr>
            <a:graphicFrameLocks noGrp="1"/>
          </p:cNvGraphicFramePr>
          <p:nvPr/>
        </p:nvGraphicFramePr>
        <p:xfrm>
          <a:off x="640080" y="2210785"/>
          <a:ext cx="5486400" cy="310896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18160">
                <a:tc>
                  <a:txBody>
                    <a:bodyPr/>
                    <a:lstStyle/>
                    <a:p>
                      <a:pPr>
                        <a:defRPr sz="1300" b="1">
                          <a:solidFill>
                            <a:srgbClr val="FFFFFF"/>
                          </a:solidFill>
                        </a:defRPr>
                      </a:pPr>
                      <a:r>
                        <a:t>Check</a:t>
                      </a:r>
                    </a:p>
                  </a:txBody>
                  <a:tcPr>
                    <a:solidFill>
                      <a:srgbClr val="1F3756"/>
                    </a:solidFill>
                  </a:tcPr>
                </a:tc>
                <a:tc>
                  <a:txBody>
                    <a:bodyPr/>
                    <a:lstStyle/>
                    <a:p>
                      <a:pPr>
                        <a:defRPr sz="1300" b="1">
                          <a:solidFill>
                            <a:srgbClr val="FFFFFF"/>
                          </a:solidFill>
                        </a:defRPr>
                      </a:pPr>
                      <a:r>
                        <a:t>Before</a:t>
                      </a:r>
                    </a:p>
                  </a:txBody>
                  <a:tcPr>
                    <a:solidFill>
                      <a:srgbClr val="1F3756"/>
                    </a:solidFill>
                  </a:tcPr>
                </a:tc>
                <a:tc>
                  <a:txBody>
                    <a:bodyPr/>
                    <a:lstStyle/>
                    <a:p>
                      <a:pPr>
                        <a:defRPr sz="1300" b="1">
                          <a:solidFill>
                            <a:srgbClr val="FFFFFF"/>
                          </a:solidFill>
                        </a:defRPr>
                      </a:pPr>
                      <a:r>
                        <a:t>After</a:t>
                      </a:r>
                    </a:p>
                  </a:txBody>
                  <a:tcPr>
                    <a:solidFill>
                      <a:srgbClr val="1F3756"/>
                    </a:solidFill>
                  </a:tcPr>
                </a:tc>
                <a:extLst>
                  <a:ext uri="{0D108BD9-81ED-4DB2-BD59-A6C34878D82A}">
                    <a16:rowId xmlns:a16="http://schemas.microsoft.com/office/drawing/2014/main" val="10000"/>
                  </a:ext>
                </a:extLst>
              </a:tr>
              <a:tr h="518160">
                <a:tc>
                  <a:txBody>
                    <a:bodyPr/>
                    <a:lstStyle/>
                    <a:p>
                      <a:pPr>
                        <a:defRPr sz="1300">
                          <a:solidFill>
                            <a:srgbClr val="2D2D2D"/>
                          </a:solidFill>
                        </a:defRPr>
                      </a:pPr>
                      <a:r>
                        <a:t>Rows</a:t>
                      </a:r>
                    </a:p>
                  </a:txBody>
                  <a:tcPr/>
                </a:tc>
                <a:tc>
                  <a:txBody>
                    <a:bodyPr/>
                    <a:lstStyle/>
                    <a:p>
                      <a:pPr>
                        <a:defRPr sz="1300">
                          <a:solidFill>
                            <a:srgbClr val="2D2D2D"/>
                          </a:solidFill>
                        </a:defRPr>
                      </a:pPr>
                      <a:r>
                        <a:rPr lang="en-US" dirty="0"/>
                        <a:t>200</a:t>
                      </a:r>
                      <a:endParaRPr dirty="0"/>
                    </a:p>
                  </a:txBody>
                  <a:tcPr/>
                </a:tc>
                <a:tc>
                  <a:txBody>
                    <a:bodyPr/>
                    <a:lstStyle/>
                    <a:p>
                      <a:pPr>
                        <a:defRPr sz="1300">
                          <a:solidFill>
                            <a:srgbClr val="2D2D2D"/>
                          </a:solidFill>
                        </a:defRPr>
                      </a:pPr>
                      <a:r>
                        <a:rPr lang="en-US" dirty="0"/>
                        <a:t>197</a:t>
                      </a:r>
                      <a:endParaRPr dirty="0"/>
                    </a:p>
                  </a:txBody>
                  <a:tcPr/>
                </a:tc>
                <a:extLst>
                  <a:ext uri="{0D108BD9-81ED-4DB2-BD59-A6C34878D82A}">
                    <a16:rowId xmlns:a16="http://schemas.microsoft.com/office/drawing/2014/main" val="10001"/>
                  </a:ext>
                </a:extLst>
              </a:tr>
              <a:tr h="518160">
                <a:tc>
                  <a:txBody>
                    <a:bodyPr/>
                    <a:lstStyle/>
                    <a:p>
                      <a:pPr>
                        <a:defRPr sz="1300">
                          <a:solidFill>
                            <a:srgbClr val="2D2D2D"/>
                          </a:solidFill>
                        </a:defRPr>
                      </a:pPr>
                      <a:r>
                        <a:t>Columns</a:t>
                      </a:r>
                    </a:p>
                  </a:txBody>
                  <a:tcPr/>
                </a:tc>
                <a:tc>
                  <a:txBody>
                    <a:bodyPr/>
                    <a:lstStyle/>
                    <a:p>
                      <a:pPr>
                        <a:defRPr sz="1300">
                          <a:solidFill>
                            <a:srgbClr val="2D2D2D"/>
                          </a:solidFill>
                        </a:defRPr>
                      </a:pPr>
                      <a:r>
                        <a:rPr lang="en-US" dirty="0"/>
                        <a:t>9</a:t>
                      </a:r>
                      <a:endParaRPr dirty="0"/>
                    </a:p>
                  </a:txBody>
                  <a:tcPr/>
                </a:tc>
                <a:tc>
                  <a:txBody>
                    <a:bodyPr/>
                    <a:lstStyle/>
                    <a:p>
                      <a:pPr>
                        <a:defRPr sz="1300">
                          <a:solidFill>
                            <a:srgbClr val="2D2D2D"/>
                          </a:solidFill>
                        </a:defRPr>
                      </a:pPr>
                      <a:r>
                        <a:rPr lang="en-US" dirty="0"/>
                        <a:t>9</a:t>
                      </a:r>
                      <a:endParaRPr dirty="0"/>
                    </a:p>
                  </a:txBody>
                  <a:tcPr/>
                </a:tc>
                <a:extLst>
                  <a:ext uri="{0D108BD9-81ED-4DB2-BD59-A6C34878D82A}">
                    <a16:rowId xmlns:a16="http://schemas.microsoft.com/office/drawing/2014/main" val="10002"/>
                  </a:ext>
                </a:extLst>
              </a:tr>
              <a:tr h="518160">
                <a:tc>
                  <a:txBody>
                    <a:bodyPr/>
                    <a:lstStyle/>
                    <a:p>
                      <a:pPr>
                        <a:defRPr sz="1300">
                          <a:solidFill>
                            <a:srgbClr val="2D2D2D"/>
                          </a:solidFill>
                        </a:defRPr>
                      </a:pPr>
                      <a:r>
                        <a:t>Missing values</a:t>
                      </a:r>
                    </a:p>
                  </a:txBody>
                  <a:tcPr/>
                </a:tc>
                <a:tc>
                  <a:txBody>
                    <a:bodyPr/>
                    <a:lstStyle/>
                    <a:p>
                      <a:pPr>
                        <a:defRPr sz="1300">
                          <a:solidFill>
                            <a:srgbClr val="2D2D2D"/>
                          </a:solidFill>
                        </a:defRPr>
                      </a:pPr>
                      <a:r>
                        <a:rPr lang="en-US" dirty="0"/>
                        <a:t>49</a:t>
                      </a:r>
                      <a:endParaRPr dirty="0"/>
                    </a:p>
                  </a:txBody>
                  <a:tcPr/>
                </a:tc>
                <a:tc>
                  <a:txBody>
                    <a:bodyPr/>
                    <a:lstStyle/>
                    <a:p>
                      <a:pPr>
                        <a:defRPr sz="1300">
                          <a:solidFill>
                            <a:srgbClr val="2D2D2D"/>
                          </a:solidFill>
                        </a:defRPr>
                      </a:pPr>
                      <a:r>
                        <a:t>0</a:t>
                      </a:r>
                    </a:p>
                  </a:txBody>
                  <a:tcPr/>
                </a:tc>
                <a:extLst>
                  <a:ext uri="{0D108BD9-81ED-4DB2-BD59-A6C34878D82A}">
                    <a16:rowId xmlns:a16="http://schemas.microsoft.com/office/drawing/2014/main" val="10003"/>
                  </a:ext>
                </a:extLst>
              </a:tr>
              <a:tr h="518160">
                <a:tc>
                  <a:txBody>
                    <a:bodyPr/>
                    <a:lstStyle/>
                    <a:p>
                      <a:pPr>
                        <a:defRPr sz="1300">
                          <a:solidFill>
                            <a:srgbClr val="2D2D2D"/>
                          </a:solidFill>
                        </a:defRPr>
                      </a:pPr>
                      <a:r>
                        <a:t>Duplicate rows</a:t>
                      </a:r>
                    </a:p>
                  </a:txBody>
                  <a:tcPr/>
                </a:tc>
                <a:tc>
                  <a:txBody>
                    <a:bodyPr/>
                    <a:lstStyle/>
                    <a:p>
                      <a:pPr>
                        <a:defRPr sz="1300">
                          <a:solidFill>
                            <a:srgbClr val="2D2D2D"/>
                          </a:solidFill>
                        </a:defRPr>
                      </a:pPr>
                      <a:r>
                        <a:rPr lang="en-US" dirty="0"/>
                        <a:t>3</a:t>
                      </a:r>
                      <a:endParaRPr dirty="0"/>
                    </a:p>
                  </a:txBody>
                  <a:tcPr/>
                </a:tc>
                <a:tc>
                  <a:txBody>
                    <a:bodyPr/>
                    <a:lstStyle/>
                    <a:p>
                      <a:pPr>
                        <a:defRPr sz="1300">
                          <a:solidFill>
                            <a:srgbClr val="2D2D2D"/>
                          </a:solidFill>
                        </a:defRPr>
                      </a:pPr>
                      <a:r>
                        <a:t>0</a:t>
                      </a:r>
                    </a:p>
                  </a:txBody>
                  <a:tcPr/>
                </a:tc>
                <a:extLst>
                  <a:ext uri="{0D108BD9-81ED-4DB2-BD59-A6C34878D82A}">
                    <a16:rowId xmlns:a16="http://schemas.microsoft.com/office/drawing/2014/main" val="10004"/>
                  </a:ext>
                </a:extLst>
              </a:tr>
              <a:tr h="518160">
                <a:tc>
                  <a:txBody>
                    <a:bodyPr/>
                    <a:lstStyle/>
                    <a:p>
                      <a:pPr>
                        <a:defRPr sz="1300">
                          <a:solidFill>
                            <a:srgbClr val="2D2D2D"/>
                          </a:solidFill>
                        </a:defRPr>
                      </a:pPr>
                      <a:r>
                        <a:rPr lang="en-US" dirty="0"/>
                        <a:t>Status distribution</a:t>
                      </a:r>
                      <a:endParaRPr dirty="0"/>
                    </a:p>
                  </a:txBody>
                  <a:tcPr/>
                </a:tc>
                <a:tc>
                  <a:txBody>
                    <a:bodyPr/>
                    <a:lstStyle/>
                    <a:p>
                      <a:pPr>
                        <a:defRPr sz="1300">
                          <a:solidFill>
                            <a:srgbClr val="2D2D2D"/>
                          </a:solidFill>
                        </a:defRPr>
                      </a:pPr>
                      <a:r>
                        <a:rPr lang="en-IN" sz="1300" kern="1200" dirty="0">
                          <a:solidFill>
                            <a:srgbClr val="2D2D2D"/>
                          </a:solidFill>
                          <a:latin typeface="+mn-lt"/>
                          <a:ea typeface="+mn-ea"/>
                          <a:cs typeface="+mn-cs"/>
                        </a:rPr>
                        <a:t>100 Returned, 50 Overdue, 50 Issued</a:t>
                      </a:r>
                      <a:endParaRPr dirty="0"/>
                    </a:p>
                  </a:txBody>
                  <a:tcPr/>
                </a:tc>
                <a:tc>
                  <a:txBody>
                    <a:bodyPr/>
                    <a:lstStyle/>
                    <a:p>
                      <a:pPr>
                        <a:buNone/>
                      </a:pPr>
                      <a:r>
                        <a:rPr lang="en-IN" sz="1400" dirty="0"/>
                        <a:t>98 Returned, 49 Overdue, 50 Issued</a:t>
                      </a:r>
                      <a:endParaRPr lang="en-IN" sz="1400" b="0" dirty="0"/>
                    </a:p>
                  </a:txBody>
                  <a:tcPr anchor="ctr"/>
                </a:tc>
                <a:extLst>
                  <a:ext uri="{0D108BD9-81ED-4DB2-BD59-A6C34878D82A}">
                    <a16:rowId xmlns:a16="http://schemas.microsoft.com/office/drawing/2014/main" val="10005"/>
                  </a:ext>
                </a:extLst>
              </a:tr>
            </a:tbl>
          </a:graphicData>
        </a:graphic>
      </p:graphicFrame>
      <p:pic>
        <p:nvPicPr>
          <p:cNvPr id="7" name="object 3">
            <a:extLst>
              <a:ext uri="{FF2B5EF4-FFF2-40B4-BE49-F238E27FC236}">
                <a16:creationId xmlns:a16="http://schemas.microsoft.com/office/drawing/2014/main" id="{DD64E89F-49CA-A014-6EA3-EAE0C3F39843}"/>
              </a:ext>
            </a:extLst>
          </p:cNvPr>
          <p:cNvPicPr/>
          <p:nvPr/>
        </p:nvPicPr>
        <p:blipFill>
          <a:blip r:embed="rId3" cstate="print"/>
          <a:stretch>
            <a:fillRect/>
          </a:stretch>
        </p:blipFill>
        <p:spPr>
          <a:xfrm>
            <a:off x="290749" y="204310"/>
            <a:ext cx="1488889" cy="594359"/>
          </a:xfrm>
          <a:prstGeom prst="rect">
            <a:avLst/>
          </a:prstGeom>
        </p:spPr>
      </p:pic>
      <p:sp>
        <p:nvSpPr>
          <p:cNvPr id="9" name="TextBox 8">
            <a:extLst>
              <a:ext uri="{FF2B5EF4-FFF2-40B4-BE49-F238E27FC236}">
                <a16:creationId xmlns:a16="http://schemas.microsoft.com/office/drawing/2014/main" id="{46B4A7C5-BFD8-AAD1-9830-6545C54ED9FD}"/>
              </a:ext>
            </a:extLst>
          </p:cNvPr>
          <p:cNvSpPr txBox="1"/>
          <p:nvPr/>
        </p:nvSpPr>
        <p:spPr>
          <a:xfrm>
            <a:off x="6930760" y="2205581"/>
            <a:ext cx="4621160" cy="3647152"/>
          </a:xfrm>
          <a:prstGeom prst="rect">
            <a:avLst/>
          </a:prstGeom>
          <a:noFill/>
          <a:ln>
            <a:solidFill>
              <a:schemeClr val="bg1">
                <a:lumMod val="50000"/>
              </a:schemeClr>
            </a:solidFill>
          </a:ln>
        </p:spPr>
        <p:txBody>
          <a:bodyPr wrap="square" rtlCol="0">
            <a:spAutoFit/>
          </a:bodyPr>
          <a:lstStyle/>
          <a:p>
            <a:r>
              <a:rPr lang="en-IN" sz="1100" dirty="0"/>
              <a:t>from google.colab import files</a:t>
            </a:r>
          </a:p>
          <a:p>
            <a:r>
              <a:rPr lang="en-IN" sz="1100" dirty="0"/>
              <a:t>uploaded = files.upload()</a:t>
            </a:r>
          </a:p>
          <a:p>
            <a:r>
              <a:rPr lang="en-IN" sz="1100" dirty="0"/>
              <a:t>import pandas as pd</a:t>
            </a:r>
          </a:p>
          <a:p>
            <a:r>
              <a:rPr lang="en-IN" sz="1100" dirty="0"/>
              <a:t>df = pd.read_csv("library_management_200.csv")</a:t>
            </a:r>
          </a:p>
          <a:p>
            <a:endParaRPr lang="en-IN" sz="1100" dirty="0"/>
          </a:p>
          <a:p>
            <a:r>
              <a:rPr lang="en-IN" sz="1100" dirty="0"/>
              <a:t>print(df.head())</a:t>
            </a:r>
          </a:p>
          <a:p>
            <a:r>
              <a:rPr lang="en-IN" sz="1100" dirty="0"/>
              <a:t>print("Before Cleaning")</a:t>
            </a:r>
          </a:p>
          <a:p>
            <a:r>
              <a:rPr lang="en-IN" sz="1100" dirty="0"/>
              <a:t>print("Rows:", df.shape[0])</a:t>
            </a:r>
          </a:p>
          <a:p>
            <a:r>
              <a:rPr lang="en-IN" sz="1100" dirty="0"/>
              <a:t>print("Columns:", df.shape[1])</a:t>
            </a:r>
          </a:p>
          <a:p>
            <a:r>
              <a:rPr lang="en-IN" sz="1100" dirty="0"/>
              <a:t>print("Missing Values:", df.isnull().sum().sum())</a:t>
            </a:r>
          </a:p>
          <a:p>
            <a:r>
              <a:rPr lang="en-IN" sz="1100" dirty="0"/>
              <a:t>print("Duplicate Rows:", df.duplicated().sum())</a:t>
            </a:r>
          </a:p>
          <a:p>
            <a:r>
              <a:rPr lang="en-IN" sz="1100" dirty="0"/>
              <a:t>df = df.drop_duplicates()</a:t>
            </a:r>
          </a:p>
          <a:p>
            <a:r>
              <a:rPr lang="en-IN" sz="1100" dirty="0"/>
              <a:t>df["Return_Date"] = df["Return_Date"].fillna("Not Returned")</a:t>
            </a:r>
          </a:p>
          <a:p>
            <a:endParaRPr lang="en-IN" sz="1100" dirty="0"/>
          </a:p>
          <a:p>
            <a:r>
              <a:rPr lang="en-IN" sz="1100" dirty="0"/>
              <a:t>print("After Cleaning")</a:t>
            </a:r>
          </a:p>
          <a:p>
            <a:r>
              <a:rPr lang="en-IN" sz="1100" dirty="0"/>
              <a:t>print("Rows:", df.shape[0])</a:t>
            </a:r>
          </a:p>
          <a:p>
            <a:r>
              <a:rPr lang="en-IN" sz="1100" dirty="0"/>
              <a:t>print("Columns:", df.shape[1])</a:t>
            </a:r>
          </a:p>
          <a:p>
            <a:r>
              <a:rPr lang="en-IN" sz="1100" dirty="0"/>
              <a:t>print("Missing Values:", df.isnull().sum().sum())</a:t>
            </a:r>
          </a:p>
          <a:p>
            <a:r>
              <a:rPr lang="en-IN" sz="1100" dirty="0"/>
              <a:t>print("Duplicate Rows:", df.duplicated().sum())</a:t>
            </a:r>
          </a:p>
          <a:p>
            <a:br>
              <a:rPr lang="en-IN" sz="1100" dirty="0"/>
            </a:br>
            <a:endParaRPr lang="en-IN" sz="1100" dirty="0"/>
          </a:p>
        </p:txBody>
      </p:sp>
      <p:sp>
        <p:nvSpPr>
          <p:cNvPr id="13" name="TextBox 12">
            <a:extLst>
              <a:ext uri="{FF2B5EF4-FFF2-40B4-BE49-F238E27FC236}">
                <a16:creationId xmlns:a16="http://schemas.microsoft.com/office/drawing/2014/main" id="{CEC73FA3-69CD-FC7B-0579-7829C4309C2B}"/>
              </a:ext>
            </a:extLst>
          </p:cNvPr>
          <p:cNvSpPr txBox="1"/>
          <p:nvPr/>
        </p:nvSpPr>
        <p:spPr>
          <a:xfrm>
            <a:off x="6930760" y="1553496"/>
            <a:ext cx="4621160" cy="369332"/>
          </a:xfrm>
          <a:prstGeom prst="rect">
            <a:avLst/>
          </a:prstGeom>
          <a:noFill/>
        </p:spPr>
        <p:txBody>
          <a:bodyPr wrap="square" rtlCol="0">
            <a:spAutoFit/>
          </a:bodyPr>
          <a:lstStyle/>
          <a:p>
            <a:r>
              <a:rPr lang="en-IN" b="1" dirty="0"/>
              <a:t>Google Colab - Library Management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61509" y="711120"/>
            <a:ext cx="5628207" cy="492443"/>
          </a:xfrm>
          <a:prstGeom prst="rect">
            <a:avLst/>
          </a:prstGeom>
          <a:noFill/>
        </p:spPr>
        <p:txBody>
          <a:bodyPr wrap="none">
            <a:spAutoFit/>
          </a:bodyPr>
          <a:lstStyle/>
          <a:p>
            <a:pPr>
              <a:defRPr sz="2600" b="1">
                <a:solidFill>
                  <a:srgbClr val="1F3756"/>
                </a:solidFill>
              </a:defRPr>
            </a:pPr>
            <a:r>
              <a:rPr dirty="0"/>
              <a:t>IMPLEMENTATION — </a:t>
            </a:r>
            <a:r>
              <a:rPr lang="en-US" dirty="0"/>
              <a:t>CODE EXECUTION</a:t>
            </a:r>
            <a:endParaRPr dirty="0"/>
          </a:p>
        </p:txBody>
      </p:sp>
      <p:sp>
        <p:nvSpPr>
          <p:cNvPr id="5" name="Rounded Rectangle 4"/>
          <p:cNvSpPr/>
          <p:nvPr/>
        </p:nvSpPr>
        <p:spPr>
          <a:xfrm>
            <a:off x="7269480" y="2014140"/>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34071" y="2142156"/>
            <a:ext cx="3831335" cy="515526"/>
          </a:xfrm>
          <a:prstGeom prst="rect">
            <a:avLst/>
          </a:prstGeom>
          <a:noFill/>
        </p:spPr>
        <p:txBody>
          <a:bodyPr wrap="square">
            <a:spAutoFit/>
          </a:bodyPr>
          <a:lstStyle/>
          <a:p>
            <a:pPr>
              <a:defRPr sz="1500" b="1">
                <a:solidFill>
                  <a:srgbClr val="1F3756"/>
                </a:solidFill>
              </a:defRPr>
            </a:pPr>
            <a:r>
              <a:rPr dirty="0"/>
              <a:t>Step 1 — Duplicates</a:t>
            </a:r>
          </a:p>
          <a:p>
            <a:pPr>
              <a:defRPr sz="1250">
                <a:solidFill>
                  <a:srgbClr val="2D2D2D"/>
                </a:solidFill>
              </a:defRPr>
            </a:pPr>
            <a:r>
              <a:rPr lang="en-IN" sz="1250" dirty="0">
                <a:solidFill>
                  <a:srgbClr val="2D2D2D"/>
                </a:solidFill>
              </a:rPr>
              <a:t>Detected and removed duplicate library records.</a:t>
            </a:r>
            <a:r>
              <a:rPr dirty="0"/>
              <a:t>.</a:t>
            </a:r>
          </a:p>
        </p:txBody>
      </p:sp>
      <p:sp>
        <p:nvSpPr>
          <p:cNvPr id="7" name="Rounded Rectangle 6"/>
          <p:cNvSpPr/>
          <p:nvPr/>
        </p:nvSpPr>
        <p:spPr>
          <a:xfrm>
            <a:off x="7269480" y="3157140"/>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34072" y="3285156"/>
            <a:ext cx="3831335" cy="707886"/>
          </a:xfrm>
          <a:prstGeom prst="rect">
            <a:avLst/>
          </a:prstGeom>
          <a:noFill/>
        </p:spPr>
        <p:txBody>
          <a:bodyPr wrap="square">
            <a:spAutoFit/>
          </a:bodyPr>
          <a:lstStyle/>
          <a:p>
            <a:pPr>
              <a:defRPr sz="1500" b="1">
                <a:solidFill>
                  <a:srgbClr val="1F3756"/>
                </a:solidFill>
              </a:defRPr>
            </a:pPr>
            <a:r>
              <a:rPr dirty="0"/>
              <a:t>Step 2 — Missing Values</a:t>
            </a:r>
            <a:endParaRPr lang="en-IN" dirty="0"/>
          </a:p>
          <a:p>
            <a:pPr>
              <a:defRPr sz="1250">
                <a:solidFill>
                  <a:srgbClr val="2D2D2D"/>
                </a:solidFill>
              </a:defRPr>
            </a:pPr>
            <a:r>
              <a:rPr lang="en-IN" sz="1250" dirty="0">
                <a:solidFill>
                  <a:srgbClr val="2D2D2D"/>
                </a:solidFill>
              </a:rPr>
              <a:t>Handled missing values using suitable data-cleaning methods</a:t>
            </a:r>
            <a:r>
              <a:rPr lang="en-IN" dirty="0"/>
              <a:t>.</a:t>
            </a:r>
          </a:p>
        </p:txBody>
      </p:sp>
      <p:sp>
        <p:nvSpPr>
          <p:cNvPr id="9" name="Rounded Rectangle 8"/>
          <p:cNvSpPr/>
          <p:nvPr/>
        </p:nvSpPr>
        <p:spPr>
          <a:xfrm>
            <a:off x="7269480" y="4300140"/>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34072" y="4428156"/>
            <a:ext cx="3831335" cy="515526"/>
          </a:xfrm>
          <a:prstGeom prst="rect">
            <a:avLst/>
          </a:prstGeom>
          <a:noFill/>
        </p:spPr>
        <p:txBody>
          <a:bodyPr wrap="square">
            <a:spAutoFit/>
          </a:bodyPr>
          <a:lstStyle/>
          <a:p>
            <a:pPr>
              <a:defRPr sz="1500" b="1">
                <a:solidFill>
                  <a:srgbClr val="1F3756"/>
                </a:solidFill>
              </a:defRPr>
            </a:pPr>
            <a:r>
              <a:rPr dirty="0"/>
              <a:t>Step 3 — Final Check</a:t>
            </a:r>
          </a:p>
          <a:p>
            <a:pPr>
              <a:defRPr sz="1250">
                <a:solidFill>
                  <a:srgbClr val="2D2D2D"/>
                </a:solidFill>
              </a:defRPr>
            </a:pPr>
            <a:r>
              <a:rPr lang="en-IN" sz="1250" dirty="0">
                <a:solidFill>
                  <a:srgbClr val="2D2D2D"/>
                </a:solidFill>
              </a:rPr>
              <a:t>Re-checked null values and duplicate records</a:t>
            </a:r>
            <a:r>
              <a:rPr dirty="0"/>
              <a:t>.</a:t>
            </a:r>
          </a:p>
        </p:txBody>
      </p:sp>
      <p:sp>
        <p:nvSpPr>
          <p:cNvPr id="11" name="Rounded Rectangle 10"/>
          <p:cNvSpPr/>
          <p:nvPr/>
        </p:nvSpPr>
        <p:spPr>
          <a:xfrm>
            <a:off x="7269480" y="5443140"/>
            <a:ext cx="4160520" cy="82296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34072" y="5571156"/>
            <a:ext cx="3831335" cy="515526"/>
          </a:xfrm>
          <a:prstGeom prst="rect">
            <a:avLst/>
          </a:prstGeom>
          <a:noFill/>
        </p:spPr>
        <p:txBody>
          <a:bodyPr wrap="square">
            <a:spAutoFit/>
          </a:bodyPr>
          <a:lstStyle/>
          <a:p>
            <a:pPr>
              <a:defRPr sz="1500" b="1">
                <a:solidFill>
                  <a:srgbClr val="1F3756"/>
                </a:solidFill>
              </a:defRPr>
            </a:pPr>
            <a:r>
              <a:rPr dirty="0"/>
              <a:t>Result</a:t>
            </a:r>
          </a:p>
          <a:p>
            <a:pPr>
              <a:defRPr sz="1250">
                <a:solidFill>
                  <a:srgbClr val="2D2D2D"/>
                </a:solidFill>
              </a:defRPr>
            </a:pPr>
            <a:r>
              <a:rPr lang="en-IN" sz="1250" dirty="0">
                <a:solidFill>
                  <a:srgbClr val="2D2D2D"/>
                </a:solidFill>
              </a:rPr>
              <a:t>Clean dataset ready for EDA and visualization.</a:t>
            </a:r>
            <a:endParaRPr dirty="0"/>
          </a:p>
        </p:txBody>
      </p:sp>
      <p:pic>
        <p:nvPicPr>
          <p:cNvPr id="14" name="object 3">
            <a:extLst>
              <a:ext uri="{FF2B5EF4-FFF2-40B4-BE49-F238E27FC236}">
                <a16:creationId xmlns:a16="http://schemas.microsoft.com/office/drawing/2014/main" id="{77268E3B-BE5D-C03B-255E-00857DA182AD}"/>
              </a:ext>
            </a:extLst>
          </p:cNvPr>
          <p:cNvPicPr/>
          <p:nvPr/>
        </p:nvPicPr>
        <p:blipFill>
          <a:blip r:embed="rId2" cstate="print"/>
          <a:stretch>
            <a:fillRect/>
          </a:stretch>
        </p:blipFill>
        <p:spPr>
          <a:xfrm>
            <a:off x="290749" y="204310"/>
            <a:ext cx="1488889" cy="594359"/>
          </a:xfrm>
          <a:prstGeom prst="rect">
            <a:avLst/>
          </a:prstGeom>
        </p:spPr>
      </p:pic>
      <p:pic>
        <p:nvPicPr>
          <p:cNvPr id="18" name="Picture 17">
            <a:extLst>
              <a:ext uri="{FF2B5EF4-FFF2-40B4-BE49-F238E27FC236}">
                <a16:creationId xmlns:a16="http://schemas.microsoft.com/office/drawing/2014/main" id="{404476F5-8C85-D3B0-EE47-7F2006657170}"/>
              </a:ext>
            </a:extLst>
          </p:cNvPr>
          <p:cNvPicPr>
            <a:picLocks noChangeAspect="1"/>
          </p:cNvPicPr>
          <p:nvPr/>
        </p:nvPicPr>
        <p:blipFill>
          <a:blip r:embed="rId3"/>
          <a:stretch>
            <a:fillRect/>
          </a:stretch>
        </p:blipFill>
        <p:spPr>
          <a:xfrm>
            <a:off x="668594" y="2241755"/>
            <a:ext cx="5447537" cy="3570057"/>
          </a:xfrm>
          <a:prstGeom prst="rect">
            <a:avLst/>
          </a:prstGeom>
          <a:ln>
            <a:solidFill>
              <a:schemeClr val="bg1">
                <a:lumMod val="50000"/>
              </a:schemeClr>
            </a:solidFill>
          </a:ln>
        </p:spPr>
      </p:pic>
      <p:sp>
        <p:nvSpPr>
          <p:cNvPr id="19" name="TextBox 18">
            <a:extLst>
              <a:ext uri="{FF2B5EF4-FFF2-40B4-BE49-F238E27FC236}">
                <a16:creationId xmlns:a16="http://schemas.microsoft.com/office/drawing/2014/main" id="{6C98BF73-2A0A-1719-DD4F-ACA80074DECB}"/>
              </a:ext>
            </a:extLst>
          </p:cNvPr>
          <p:cNvSpPr txBox="1"/>
          <p:nvPr/>
        </p:nvSpPr>
        <p:spPr>
          <a:xfrm>
            <a:off x="594361" y="1627624"/>
            <a:ext cx="5378245" cy="369332"/>
          </a:xfrm>
          <a:prstGeom prst="rect">
            <a:avLst/>
          </a:prstGeom>
          <a:noFill/>
        </p:spPr>
        <p:txBody>
          <a:bodyPr wrap="square" rtlCol="0">
            <a:spAutoFit/>
          </a:bodyPr>
          <a:lstStyle/>
          <a:p>
            <a:r>
              <a:rPr lang="en-US" b="1" dirty="0"/>
              <a:t>Execution Output – Data Cleaning</a:t>
            </a:r>
            <a:endParaRPr lang="en-IN"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85DA9-16E5-309A-C6AC-F54BC95700A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B28DCC4-E0B2-17F4-AAE6-E3F2BD026E35}"/>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B2D9853-E521-FF49-F83B-0A70ACAD3DAE}"/>
              </a:ext>
            </a:extLst>
          </p:cNvPr>
          <p:cNvSpPr txBox="1"/>
          <p:nvPr/>
        </p:nvSpPr>
        <p:spPr>
          <a:xfrm>
            <a:off x="673019" y="891102"/>
            <a:ext cx="4528163" cy="492443"/>
          </a:xfrm>
          <a:prstGeom prst="rect">
            <a:avLst/>
          </a:prstGeom>
          <a:noFill/>
        </p:spPr>
        <p:txBody>
          <a:bodyPr wrap="none">
            <a:spAutoFit/>
          </a:bodyPr>
          <a:lstStyle/>
          <a:p>
            <a:pPr>
              <a:defRPr sz="2600" b="1">
                <a:solidFill>
                  <a:srgbClr val="1F3756"/>
                </a:solidFill>
              </a:defRPr>
            </a:pPr>
            <a:r>
              <a:rPr lang="en-IN" sz="2600" b="1" dirty="0">
                <a:solidFill>
                  <a:srgbClr val="1F3756"/>
                </a:solidFill>
              </a:rPr>
              <a:t>Dataset Loading and Inspection</a:t>
            </a:r>
            <a:endParaRPr dirty="0"/>
          </a:p>
        </p:txBody>
      </p:sp>
      <p:pic>
        <p:nvPicPr>
          <p:cNvPr id="14" name="object 3">
            <a:extLst>
              <a:ext uri="{FF2B5EF4-FFF2-40B4-BE49-F238E27FC236}">
                <a16:creationId xmlns:a16="http://schemas.microsoft.com/office/drawing/2014/main" id="{2FABC8EC-D343-F45E-D683-DF4291BCB52F}"/>
              </a:ext>
            </a:extLst>
          </p:cNvPr>
          <p:cNvPicPr/>
          <p:nvPr/>
        </p:nvPicPr>
        <p:blipFill>
          <a:blip r:embed="rId2" cstate="print"/>
          <a:stretch>
            <a:fillRect/>
          </a:stretch>
        </p:blipFill>
        <p:spPr>
          <a:xfrm>
            <a:off x="290749" y="204310"/>
            <a:ext cx="1488889" cy="594359"/>
          </a:xfrm>
          <a:prstGeom prst="rect">
            <a:avLst/>
          </a:prstGeom>
        </p:spPr>
      </p:pic>
      <p:pic>
        <p:nvPicPr>
          <p:cNvPr id="13" name="Picture 12">
            <a:extLst>
              <a:ext uri="{FF2B5EF4-FFF2-40B4-BE49-F238E27FC236}">
                <a16:creationId xmlns:a16="http://schemas.microsoft.com/office/drawing/2014/main" id="{F4B5BE50-11FF-A0DB-0BC6-E0289FC528CB}"/>
              </a:ext>
            </a:extLst>
          </p:cNvPr>
          <p:cNvPicPr>
            <a:picLocks noChangeAspect="1"/>
          </p:cNvPicPr>
          <p:nvPr/>
        </p:nvPicPr>
        <p:blipFill>
          <a:blip r:embed="rId3"/>
          <a:stretch>
            <a:fillRect/>
          </a:stretch>
        </p:blipFill>
        <p:spPr>
          <a:xfrm>
            <a:off x="566053" y="2468798"/>
            <a:ext cx="4320914" cy="2785333"/>
          </a:xfrm>
          <a:prstGeom prst="rect">
            <a:avLst/>
          </a:prstGeom>
        </p:spPr>
      </p:pic>
      <p:pic>
        <p:nvPicPr>
          <p:cNvPr id="16" name="Picture 15">
            <a:extLst>
              <a:ext uri="{FF2B5EF4-FFF2-40B4-BE49-F238E27FC236}">
                <a16:creationId xmlns:a16="http://schemas.microsoft.com/office/drawing/2014/main" id="{83048E1F-6331-7530-3536-FD892F80618A}"/>
              </a:ext>
            </a:extLst>
          </p:cNvPr>
          <p:cNvPicPr>
            <a:picLocks noChangeAspect="1"/>
          </p:cNvPicPr>
          <p:nvPr/>
        </p:nvPicPr>
        <p:blipFill>
          <a:blip r:embed="rId4"/>
          <a:stretch>
            <a:fillRect/>
          </a:stretch>
        </p:blipFill>
        <p:spPr>
          <a:xfrm>
            <a:off x="5093270" y="2093854"/>
            <a:ext cx="7098425" cy="3676917"/>
          </a:xfrm>
          <a:prstGeom prst="rect">
            <a:avLst/>
          </a:prstGeom>
        </p:spPr>
      </p:pic>
      <p:sp>
        <p:nvSpPr>
          <p:cNvPr id="20" name="TextBox 19">
            <a:extLst>
              <a:ext uri="{FF2B5EF4-FFF2-40B4-BE49-F238E27FC236}">
                <a16:creationId xmlns:a16="http://schemas.microsoft.com/office/drawing/2014/main" id="{6224ACB3-D75E-DA58-D9D5-E4D86A85776E}"/>
              </a:ext>
            </a:extLst>
          </p:cNvPr>
          <p:cNvSpPr txBox="1"/>
          <p:nvPr/>
        </p:nvSpPr>
        <p:spPr>
          <a:xfrm>
            <a:off x="5093270" y="1505058"/>
            <a:ext cx="6145160" cy="492443"/>
          </a:xfrm>
          <a:prstGeom prst="rect">
            <a:avLst/>
          </a:prstGeom>
          <a:noFill/>
        </p:spPr>
        <p:txBody>
          <a:bodyPr wrap="square">
            <a:spAutoFit/>
          </a:bodyPr>
          <a:lstStyle/>
          <a:p>
            <a:r>
              <a:rPr lang="en-IN" sz="2600" b="1" u="sng" dirty="0">
                <a:solidFill>
                  <a:srgbClr val="1F3756"/>
                </a:solidFill>
              </a:rPr>
              <a:t>Output</a:t>
            </a:r>
            <a:endParaRPr lang="en-IN" u="sng" dirty="0"/>
          </a:p>
        </p:txBody>
      </p:sp>
    </p:spTree>
    <p:extLst>
      <p:ext uri="{BB962C8B-B14F-4D97-AF65-F5344CB8AC3E}">
        <p14:creationId xmlns:p14="http://schemas.microsoft.com/office/powerpoint/2010/main" val="12537491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D289D-CD48-447C-1242-5BBF8303912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447880-6DF7-FFDA-4C82-8070816A2557}"/>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E571922-9973-A764-3BE0-FA2B67A39FC1}"/>
              </a:ext>
            </a:extLst>
          </p:cNvPr>
          <p:cNvSpPr txBox="1"/>
          <p:nvPr/>
        </p:nvSpPr>
        <p:spPr>
          <a:xfrm>
            <a:off x="673019" y="891102"/>
            <a:ext cx="4703852" cy="492443"/>
          </a:xfrm>
          <a:prstGeom prst="rect">
            <a:avLst/>
          </a:prstGeom>
          <a:noFill/>
        </p:spPr>
        <p:txBody>
          <a:bodyPr wrap="none">
            <a:spAutoFit/>
          </a:bodyPr>
          <a:lstStyle/>
          <a:p>
            <a:pPr>
              <a:defRPr sz="2600" b="1">
                <a:solidFill>
                  <a:srgbClr val="1F3756"/>
                </a:solidFill>
              </a:defRPr>
            </a:pPr>
            <a:r>
              <a:rPr lang="en-IN" sz="2600" b="1" dirty="0">
                <a:solidFill>
                  <a:srgbClr val="1F3756"/>
                </a:solidFill>
              </a:rPr>
              <a:t>Data Cleaning and Preprocessing</a:t>
            </a:r>
            <a:endParaRPr dirty="0"/>
          </a:p>
        </p:txBody>
      </p:sp>
      <p:pic>
        <p:nvPicPr>
          <p:cNvPr id="14" name="object 3">
            <a:extLst>
              <a:ext uri="{FF2B5EF4-FFF2-40B4-BE49-F238E27FC236}">
                <a16:creationId xmlns:a16="http://schemas.microsoft.com/office/drawing/2014/main" id="{E7B069EC-7CEB-B347-6EDD-152758D6E84B}"/>
              </a:ext>
            </a:extLst>
          </p:cNvPr>
          <p:cNvPicPr/>
          <p:nvPr/>
        </p:nvPicPr>
        <p:blipFill>
          <a:blip r:embed="rId3" cstate="print"/>
          <a:stretch>
            <a:fillRect/>
          </a:stretch>
        </p:blipFill>
        <p:spPr>
          <a:xfrm>
            <a:off x="290749" y="204310"/>
            <a:ext cx="1488889" cy="594359"/>
          </a:xfrm>
          <a:prstGeom prst="rect">
            <a:avLst/>
          </a:prstGeom>
        </p:spPr>
      </p:pic>
      <p:sp>
        <p:nvSpPr>
          <p:cNvPr id="20" name="TextBox 19">
            <a:extLst>
              <a:ext uri="{FF2B5EF4-FFF2-40B4-BE49-F238E27FC236}">
                <a16:creationId xmlns:a16="http://schemas.microsoft.com/office/drawing/2014/main" id="{869F75F8-8F26-7875-FE40-B3391A4815EF}"/>
              </a:ext>
            </a:extLst>
          </p:cNvPr>
          <p:cNvSpPr txBox="1"/>
          <p:nvPr/>
        </p:nvSpPr>
        <p:spPr>
          <a:xfrm>
            <a:off x="5907439" y="1751279"/>
            <a:ext cx="6145160" cy="492443"/>
          </a:xfrm>
          <a:prstGeom prst="rect">
            <a:avLst/>
          </a:prstGeom>
          <a:noFill/>
        </p:spPr>
        <p:txBody>
          <a:bodyPr wrap="square">
            <a:spAutoFit/>
          </a:bodyPr>
          <a:lstStyle/>
          <a:p>
            <a:r>
              <a:rPr lang="en-IN" sz="2600" b="1" u="sng" dirty="0">
                <a:solidFill>
                  <a:srgbClr val="1F3756"/>
                </a:solidFill>
              </a:rPr>
              <a:t>Output</a:t>
            </a:r>
            <a:endParaRPr lang="en-IN" u="sng" dirty="0"/>
          </a:p>
        </p:txBody>
      </p:sp>
      <p:pic>
        <p:nvPicPr>
          <p:cNvPr id="5" name="Picture 4">
            <a:extLst>
              <a:ext uri="{FF2B5EF4-FFF2-40B4-BE49-F238E27FC236}">
                <a16:creationId xmlns:a16="http://schemas.microsoft.com/office/drawing/2014/main" id="{D1DF0A9D-210E-D3BA-4D5A-E2285AE09993}"/>
              </a:ext>
            </a:extLst>
          </p:cNvPr>
          <p:cNvPicPr>
            <a:picLocks noChangeAspect="1"/>
          </p:cNvPicPr>
          <p:nvPr/>
        </p:nvPicPr>
        <p:blipFill>
          <a:blip r:embed="rId4"/>
          <a:stretch>
            <a:fillRect/>
          </a:stretch>
        </p:blipFill>
        <p:spPr>
          <a:xfrm>
            <a:off x="499235" y="2146631"/>
            <a:ext cx="4701947" cy="2796782"/>
          </a:xfrm>
          <a:prstGeom prst="rect">
            <a:avLst/>
          </a:prstGeom>
        </p:spPr>
      </p:pic>
      <p:pic>
        <p:nvPicPr>
          <p:cNvPr id="7" name="Picture 6">
            <a:extLst>
              <a:ext uri="{FF2B5EF4-FFF2-40B4-BE49-F238E27FC236}">
                <a16:creationId xmlns:a16="http://schemas.microsoft.com/office/drawing/2014/main" id="{61C111D1-2FB8-7399-84C7-3812019B39C1}"/>
              </a:ext>
            </a:extLst>
          </p:cNvPr>
          <p:cNvPicPr>
            <a:picLocks noChangeAspect="1"/>
          </p:cNvPicPr>
          <p:nvPr/>
        </p:nvPicPr>
        <p:blipFill>
          <a:blip r:embed="rId5"/>
          <a:stretch>
            <a:fillRect/>
          </a:stretch>
        </p:blipFill>
        <p:spPr>
          <a:xfrm>
            <a:off x="5859152" y="2472607"/>
            <a:ext cx="2263336" cy="1912786"/>
          </a:xfrm>
          <a:prstGeom prst="rect">
            <a:avLst/>
          </a:prstGeom>
        </p:spPr>
      </p:pic>
    </p:spTree>
    <p:extLst>
      <p:ext uri="{BB962C8B-B14F-4D97-AF65-F5344CB8AC3E}">
        <p14:creationId xmlns:p14="http://schemas.microsoft.com/office/powerpoint/2010/main" val="42385412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0F8B6-3B71-1C70-4871-7B948D3D99B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E46447D-70F4-3189-0152-A559F059AFC1}"/>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6E97964D-0259-C13B-FAC4-3076FF942C88}"/>
              </a:ext>
            </a:extLst>
          </p:cNvPr>
          <p:cNvSpPr txBox="1"/>
          <p:nvPr/>
        </p:nvSpPr>
        <p:spPr>
          <a:xfrm>
            <a:off x="673019" y="891102"/>
            <a:ext cx="6159956" cy="492443"/>
          </a:xfrm>
          <a:prstGeom prst="rect">
            <a:avLst/>
          </a:prstGeom>
          <a:noFill/>
        </p:spPr>
        <p:txBody>
          <a:bodyPr wrap="none">
            <a:spAutoFit/>
          </a:bodyPr>
          <a:lstStyle/>
          <a:p>
            <a:pPr>
              <a:defRPr sz="2600" b="1">
                <a:solidFill>
                  <a:srgbClr val="1F3756"/>
                </a:solidFill>
              </a:defRPr>
            </a:pPr>
            <a:r>
              <a:rPr lang="en-IN" sz="2600" b="1" dirty="0">
                <a:solidFill>
                  <a:srgbClr val="1F3756"/>
                </a:solidFill>
              </a:rPr>
              <a:t>Exploratory Data Analysis and Visualization</a:t>
            </a:r>
            <a:endParaRPr dirty="0"/>
          </a:p>
        </p:txBody>
      </p:sp>
      <p:pic>
        <p:nvPicPr>
          <p:cNvPr id="14" name="object 3">
            <a:extLst>
              <a:ext uri="{FF2B5EF4-FFF2-40B4-BE49-F238E27FC236}">
                <a16:creationId xmlns:a16="http://schemas.microsoft.com/office/drawing/2014/main" id="{D8662E91-478D-6667-72CE-3FA5A373071B}"/>
              </a:ext>
            </a:extLst>
          </p:cNvPr>
          <p:cNvPicPr/>
          <p:nvPr/>
        </p:nvPicPr>
        <p:blipFill>
          <a:blip r:embed="rId3" cstate="print"/>
          <a:stretch>
            <a:fillRect/>
          </a:stretch>
        </p:blipFill>
        <p:spPr>
          <a:xfrm>
            <a:off x="290749" y="204310"/>
            <a:ext cx="1488889" cy="594359"/>
          </a:xfrm>
          <a:prstGeom prst="rect">
            <a:avLst/>
          </a:prstGeom>
        </p:spPr>
      </p:pic>
      <p:pic>
        <p:nvPicPr>
          <p:cNvPr id="4" name="Picture 3">
            <a:extLst>
              <a:ext uri="{FF2B5EF4-FFF2-40B4-BE49-F238E27FC236}">
                <a16:creationId xmlns:a16="http://schemas.microsoft.com/office/drawing/2014/main" id="{E0E4C032-4424-9F0F-A3F4-E8EA41FCC3BB}"/>
              </a:ext>
            </a:extLst>
          </p:cNvPr>
          <p:cNvPicPr>
            <a:picLocks noChangeAspect="1"/>
          </p:cNvPicPr>
          <p:nvPr/>
        </p:nvPicPr>
        <p:blipFill>
          <a:blip r:embed="rId4"/>
          <a:stretch>
            <a:fillRect/>
          </a:stretch>
        </p:blipFill>
        <p:spPr>
          <a:xfrm>
            <a:off x="673019" y="1638443"/>
            <a:ext cx="5221234" cy="4608585"/>
          </a:xfrm>
          <a:prstGeom prst="rect">
            <a:avLst/>
          </a:prstGeom>
        </p:spPr>
      </p:pic>
      <p:pic>
        <p:nvPicPr>
          <p:cNvPr id="6" name="Picture 5">
            <a:extLst>
              <a:ext uri="{FF2B5EF4-FFF2-40B4-BE49-F238E27FC236}">
                <a16:creationId xmlns:a16="http://schemas.microsoft.com/office/drawing/2014/main" id="{92E11820-001C-24FF-F912-FD008D21BC06}"/>
              </a:ext>
            </a:extLst>
          </p:cNvPr>
          <p:cNvPicPr>
            <a:picLocks noChangeAspect="1"/>
          </p:cNvPicPr>
          <p:nvPr/>
        </p:nvPicPr>
        <p:blipFill>
          <a:blip r:embed="rId5"/>
          <a:stretch>
            <a:fillRect/>
          </a:stretch>
        </p:blipFill>
        <p:spPr>
          <a:xfrm>
            <a:off x="6000360" y="1475978"/>
            <a:ext cx="5107410" cy="5161937"/>
          </a:xfrm>
          <a:prstGeom prst="rect">
            <a:avLst/>
          </a:prstGeom>
        </p:spPr>
      </p:pic>
    </p:spTree>
    <p:extLst>
      <p:ext uri="{BB962C8B-B14F-4D97-AF65-F5344CB8AC3E}">
        <p14:creationId xmlns:p14="http://schemas.microsoft.com/office/powerpoint/2010/main" val="10579405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9551-4D74-6BAD-F8C2-0D116599E84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48CFD7-17BA-525B-E1FF-FAC7E04AA14E}"/>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21463EDF-CBCF-EE73-44FE-F6305BD6798E}"/>
              </a:ext>
            </a:extLst>
          </p:cNvPr>
          <p:cNvSpPr txBox="1"/>
          <p:nvPr/>
        </p:nvSpPr>
        <p:spPr>
          <a:xfrm>
            <a:off x="673019" y="891102"/>
            <a:ext cx="4484176" cy="492443"/>
          </a:xfrm>
          <a:prstGeom prst="rect">
            <a:avLst/>
          </a:prstGeom>
          <a:noFill/>
        </p:spPr>
        <p:txBody>
          <a:bodyPr wrap="none">
            <a:spAutoFit/>
          </a:bodyPr>
          <a:lstStyle/>
          <a:p>
            <a:pPr>
              <a:defRPr sz="2600" b="1">
                <a:solidFill>
                  <a:srgbClr val="1F3756"/>
                </a:solidFill>
              </a:defRPr>
            </a:pPr>
            <a:r>
              <a:rPr lang="en-IN" sz="2600" b="1" dirty="0">
                <a:solidFill>
                  <a:srgbClr val="1F3756"/>
                </a:solidFill>
              </a:rPr>
              <a:t>Data Analysis and Visualization</a:t>
            </a:r>
            <a:endParaRPr dirty="0"/>
          </a:p>
        </p:txBody>
      </p:sp>
      <p:pic>
        <p:nvPicPr>
          <p:cNvPr id="14" name="object 3">
            <a:extLst>
              <a:ext uri="{FF2B5EF4-FFF2-40B4-BE49-F238E27FC236}">
                <a16:creationId xmlns:a16="http://schemas.microsoft.com/office/drawing/2014/main" id="{1DCF3CBC-B6A4-6C41-F95D-81E3E8C64749}"/>
              </a:ext>
            </a:extLst>
          </p:cNvPr>
          <p:cNvPicPr/>
          <p:nvPr/>
        </p:nvPicPr>
        <p:blipFill>
          <a:blip r:embed="rId3" cstate="print"/>
          <a:stretch>
            <a:fillRect/>
          </a:stretch>
        </p:blipFill>
        <p:spPr>
          <a:xfrm>
            <a:off x="290749" y="204310"/>
            <a:ext cx="1488889" cy="594359"/>
          </a:xfrm>
          <a:prstGeom prst="rect">
            <a:avLst/>
          </a:prstGeom>
        </p:spPr>
      </p:pic>
      <p:pic>
        <p:nvPicPr>
          <p:cNvPr id="5" name="Picture 4">
            <a:extLst>
              <a:ext uri="{FF2B5EF4-FFF2-40B4-BE49-F238E27FC236}">
                <a16:creationId xmlns:a16="http://schemas.microsoft.com/office/drawing/2014/main" id="{1A0C762E-1529-13B2-56FC-46AF259EA876}"/>
              </a:ext>
            </a:extLst>
          </p:cNvPr>
          <p:cNvPicPr>
            <a:picLocks noChangeAspect="1"/>
          </p:cNvPicPr>
          <p:nvPr/>
        </p:nvPicPr>
        <p:blipFill>
          <a:blip r:embed="rId4"/>
          <a:stretch>
            <a:fillRect/>
          </a:stretch>
        </p:blipFill>
        <p:spPr>
          <a:xfrm>
            <a:off x="673019" y="1839275"/>
            <a:ext cx="5760731" cy="4297689"/>
          </a:xfrm>
          <a:prstGeom prst="rect">
            <a:avLst/>
          </a:prstGeom>
        </p:spPr>
      </p:pic>
      <p:pic>
        <p:nvPicPr>
          <p:cNvPr id="7" name="Picture 6">
            <a:extLst>
              <a:ext uri="{FF2B5EF4-FFF2-40B4-BE49-F238E27FC236}">
                <a16:creationId xmlns:a16="http://schemas.microsoft.com/office/drawing/2014/main" id="{E5514DE4-2A76-DF37-B3F5-3CDFAA23C300}"/>
              </a:ext>
            </a:extLst>
          </p:cNvPr>
          <p:cNvPicPr>
            <a:picLocks noChangeAspect="1"/>
          </p:cNvPicPr>
          <p:nvPr/>
        </p:nvPicPr>
        <p:blipFill>
          <a:blip r:embed="rId5"/>
          <a:stretch>
            <a:fillRect/>
          </a:stretch>
        </p:blipFill>
        <p:spPr>
          <a:xfrm>
            <a:off x="7100017" y="1908101"/>
            <a:ext cx="3921944" cy="3758191"/>
          </a:xfrm>
          <a:prstGeom prst="rect">
            <a:avLst/>
          </a:prstGeom>
        </p:spPr>
      </p:pic>
    </p:spTree>
    <p:extLst>
      <p:ext uri="{BB962C8B-B14F-4D97-AF65-F5344CB8AC3E}">
        <p14:creationId xmlns:p14="http://schemas.microsoft.com/office/powerpoint/2010/main" val="2690011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801820"/>
            <a:ext cx="10972800" cy="594360"/>
          </a:xfrm>
          <a:prstGeom prst="rect">
            <a:avLst/>
          </a:prstGeom>
          <a:noFill/>
        </p:spPr>
        <p:txBody>
          <a:bodyPr wrap="none">
            <a:spAutoFit/>
          </a:bodyPr>
          <a:lstStyle/>
          <a:p>
            <a:pPr>
              <a:defRPr sz="2600" b="1">
                <a:solidFill>
                  <a:srgbClr val="1F3756"/>
                </a:solidFill>
              </a:defRPr>
            </a:pPr>
            <a:r>
              <a:rPr dirty="0"/>
              <a:t>PROJECT IMPLEMENTATION — PREDICTION MODEL</a:t>
            </a:r>
          </a:p>
        </p:txBody>
      </p:sp>
      <p:sp>
        <p:nvSpPr>
          <p:cNvPr id="5" name="Rounded Rectangle 4"/>
          <p:cNvSpPr/>
          <p:nvPr/>
        </p:nvSpPr>
        <p:spPr>
          <a:xfrm>
            <a:off x="7406639" y="1787324"/>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571230" y="1761543"/>
            <a:ext cx="3648456" cy="969496"/>
          </a:xfrm>
          <a:prstGeom prst="rect">
            <a:avLst/>
          </a:prstGeom>
          <a:noFill/>
        </p:spPr>
        <p:txBody>
          <a:bodyPr wrap="square">
            <a:spAutoFit/>
          </a:bodyPr>
          <a:lstStyle/>
          <a:p>
            <a:pPr>
              <a:defRPr sz="1500" b="1">
                <a:solidFill>
                  <a:srgbClr val="1F3756"/>
                </a:solidFill>
              </a:defRPr>
            </a:pPr>
            <a:r>
              <a:rPr dirty="0"/>
              <a:t>Model</a:t>
            </a:r>
          </a:p>
          <a:p>
            <a:pPr>
              <a:defRPr sz="1250">
                <a:solidFill>
                  <a:srgbClr val="2D2D2D"/>
                </a:solidFill>
              </a:defRPr>
            </a:pPr>
            <a:r>
              <a:rPr lang="en-IN" sz="1400" dirty="0">
                <a:solidFill>
                  <a:srgbClr val="2D2D2D"/>
                </a:solidFill>
              </a:rPr>
              <a:t>Logistic Regression</a:t>
            </a:r>
            <a:br>
              <a:rPr lang="en-IN" sz="1400" dirty="0">
                <a:solidFill>
                  <a:srgbClr val="2D2D2D"/>
                </a:solidFill>
              </a:rPr>
            </a:br>
            <a:r>
              <a:rPr lang="en-IN" sz="1400" dirty="0">
                <a:solidFill>
                  <a:srgbClr val="2D2D2D"/>
                </a:solidFill>
              </a:rPr>
              <a:t>Classification model used to predict whether a book is likely to be overdue.</a:t>
            </a:r>
            <a:endParaRPr sz="1400" dirty="0"/>
          </a:p>
        </p:txBody>
      </p:sp>
      <p:sp>
        <p:nvSpPr>
          <p:cNvPr id="7" name="Rounded Rectangle 6"/>
          <p:cNvSpPr/>
          <p:nvPr/>
        </p:nvSpPr>
        <p:spPr>
          <a:xfrm>
            <a:off x="7406640" y="2872003"/>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71230" y="2872003"/>
            <a:ext cx="3648456" cy="984885"/>
          </a:xfrm>
          <a:prstGeom prst="rect">
            <a:avLst/>
          </a:prstGeom>
          <a:noFill/>
        </p:spPr>
        <p:txBody>
          <a:bodyPr wrap="square">
            <a:spAutoFit/>
          </a:bodyPr>
          <a:lstStyle/>
          <a:p>
            <a:pPr>
              <a:defRPr sz="1500" b="1">
                <a:solidFill>
                  <a:srgbClr val="1F3756"/>
                </a:solidFill>
              </a:defRPr>
            </a:pPr>
            <a:r>
              <a:rPr lang="en-IN" sz="1600" dirty="0"/>
              <a:t>Preprocessing Pipeline</a:t>
            </a:r>
          </a:p>
          <a:p>
            <a:pPr>
              <a:defRPr sz="1250">
                <a:solidFill>
                  <a:srgbClr val="2D2D2D"/>
                </a:solidFill>
              </a:defRPr>
            </a:pPr>
            <a:r>
              <a:rPr lang="en-IN" sz="1400" dirty="0">
                <a:solidFill>
                  <a:srgbClr val="2D2D2D"/>
                </a:solidFill>
              </a:rPr>
              <a:t>Missing values are handled and categorical variables are encoded before training the model.</a:t>
            </a:r>
            <a:endParaRPr lang="en-US" sz="1400" dirty="0"/>
          </a:p>
        </p:txBody>
      </p:sp>
      <p:sp>
        <p:nvSpPr>
          <p:cNvPr id="9" name="Rounded Rectangle 8"/>
          <p:cNvSpPr/>
          <p:nvPr/>
        </p:nvSpPr>
        <p:spPr>
          <a:xfrm>
            <a:off x="7406640" y="4060723"/>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71231" y="4085488"/>
            <a:ext cx="3648456" cy="769441"/>
          </a:xfrm>
          <a:prstGeom prst="rect">
            <a:avLst/>
          </a:prstGeom>
          <a:noFill/>
        </p:spPr>
        <p:txBody>
          <a:bodyPr wrap="square">
            <a:spAutoFit/>
          </a:bodyPr>
          <a:lstStyle/>
          <a:p>
            <a:pPr>
              <a:defRPr sz="1500" b="1">
                <a:solidFill>
                  <a:srgbClr val="1F3756"/>
                </a:solidFill>
              </a:defRPr>
            </a:pPr>
            <a:r>
              <a:rPr sz="1600" dirty="0"/>
              <a:t>Split</a:t>
            </a:r>
          </a:p>
          <a:p>
            <a:pPr>
              <a:defRPr sz="1250">
                <a:solidFill>
                  <a:srgbClr val="2D2D2D"/>
                </a:solidFill>
              </a:defRPr>
            </a:pPr>
            <a:r>
              <a:rPr lang="en-IN" sz="1400" dirty="0">
                <a:solidFill>
                  <a:srgbClr val="2D2D2D"/>
                </a:solidFill>
              </a:rPr>
              <a:t>80% training / 20% testing, stratified by the target variable.</a:t>
            </a:r>
            <a:endParaRPr sz="1400" dirty="0"/>
          </a:p>
        </p:txBody>
      </p:sp>
      <p:sp>
        <p:nvSpPr>
          <p:cNvPr id="11" name="Rounded Rectangle 10"/>
          <p:cNvSpPr/>
          <p:nvPr/>
        </p:nvSpPr>
        <p:spPr>
          <a:xfrm>
            <a:off x="7406638" y="5168479"/>
            <a:ext cx="3977639" cy="960119"/>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71231" y="5168480"/>
            <a:ext cx="3648456" cy="984885"/>
          </a:xfrm>
          <a:prstGeom prst="rect">
            <a:avLst/>
          </a:prstGeom>
          <a:noFill/>
        </p:spPr>
        <p:txBody>
          <a:bodyPr wrap="square">
            <a:spAutoFit/>
          </a:bodyPr>
          <a:lstStyle/>
          <a:p>
            <a:pPr>
              <a:defRPr sz="1500" b="1">
                <a:solidFill>
                  <a:srgbClr val="1F3756"/>
                </a:solidFill>
              </a:defRPr>
            </a:pPr>
            <a:r>
              <a:rPr sz="1600" dirty="0"/>
              <a:t>Execution</a:t>
            </a:r>
          </a:p>
          <a:p>
            <a:pPr>
              <a:defRPr sz="1250">
                <a:solidFill>
                  <a:srgbClr val="2D2D2D"/>
                </a:solidFill>
              </a:defRPr>
            </a:pPr>
            <a:r>
              <a:rPr lang="en-IN" sz="1400" dirty="0">
                <a:solidFill>
                  <a:srgbClr val="2D2D2D"/>
                </a:solidFill>
              </a:rPr>
              <a:t>Model is trained on historical library records and generates Overdue / Not Overdue predictions.</a:t>
            </a:r>
            <a:endParaRPr sz="1400" dirty="0"/>
          </a:p>
        </p:txBody>
      </p:sp>
      <p:pic>
        <p:nvPicPr>
          <p:cNvPr id="14" name="object 3">
            <a:extLst>
              <a:ext uri="{FF2B5EF4-FFF2-40B4-BE49-F238E27FC236}">
                <a16:creationId xmlns:a16="http://schemas.microsoft.com/office/drawing/2014/main" id="{7905F141-1165-1D8F-38D5-D3DA5A82C156}"/>
              </a:ext>
            </a:extLst>
          </p:cNvPr>
          <p:cNvPicPr/>
          <p:nvPr/>
        </p:nvPicPr>
        <p:blipFill>
          <a:blip r:embed="rId2" cstate="print"/>
          <a:stretch>
            <a:fillRect/>
          </a:stretch>
        </p:blipFill>
        <p:spPr>
          <a:xfrm>
            <a:off x="290750" y="204310"/>
            <a:ext cx="1361070" cy="499189"/>
          </a:xfrm>
          <a:prstGeom prst="rect">
            <a:avLst/>
          </a:prstGeom>
        </p:spPr>
      </p:pic>
      <p:sp>
        <p:nvSpPr>
          <p:cNvPr id="15" name="TextBox 14">
            <a:extLst>
              <a:ext uri="{FF2B5EF4-FFF2-40B4-BE49-F238E27FC236}">
                <a16:creationId xmlns:a16="http://schemas.microsoft.com/office/drawing/2014/main" id="{638E4FBB-B0F5-2B04-AAB6-D49ED1299974}"/>
              </a:ext>
            </a:extLst>
          </p:cNvPr>
          <p:cNvSpPr txBox="1"/>
          <p:nvPr/>
        </p:nvSpPr>
        <p:spPr>
          <a:xfrm>
            <a:off x="594360" y="1761543"/>
            <a:ext cx="6081743" cy="4247317"/>
          </a:xfrm>
          <a:prstGeom prst="rect">
            <a:avLst/>
          </a:prstGeom>
          <a:noFill/>
        </p:spPr>
        <p:txBody>
          <a:bodyPr wrap="square">
            <a:spAutoFit/>
          </a:bodyPr>
          <a:lstStyle/>
          <a:p>
            <a:pPr>
              <a:buNone/>
            </a:pPr>
            <a:r>
              <a:rPr lang="en-IN" b="1" dirty="0"/>
              <a:t>Model Implementation</a:t>
            </a:r>
            <a:endParaRPr lang="en-IN" dirty="0"/>
          </a:p>
          <a:p>
            <a:pPr marL="342900" lvl="0" indent="-342900">
              <a:buFont typeface="+mj-lt"/>
              <a:buAutoNum type="arabicPeriod"/>
            </a:pPr>
            <a:r>
              <a:rPr lang="en-IN" b="1" dirty="0"/>
              <a:t>Load Dataset</a:t>
            </a:r>
            <a:br>
              <a:rPr lang="en-IN" dirty="0"/>
            </a:br>
            <a:r>
              <a:rPr lang="en-IN" dirty="0"/>
              <a:t>Load the library dataset into Google Colab. </a:t>
            </a:r>
          </a:p>
          <a:p>
            <a:pPr marL="342900" lvl="0" indent="-342900">
              <a:buFont typeface="+mj-lt"/>
              <a:buAutoNum type="arabicPeriod"/>
            </a:pPr>
            <a:r>
              <a:rPr lang="en-IN" b="1" dirty="0"/>
              <a:t>Preprocess Data</a:t>
            </a:r>
            <a:br>
              <a:rPr lang="en-IN" dirty="0"/>
            </a:br>
            <a:r>
              <a:rPr lang="en-IN" dirty="0"/>
              <a:t>Clean missing values and convert categorical data into numerical form. </a:t>
            </a:r>
          </a:p>
          <a:p>
            <a:pPr marL="342900" lvl="0" indent="-342900">
              <a:buFont typeface="+mj-lt"/>
              <a:buAutoNum type="arabicPeriod"/>
            </a:pPr>
            <a:r>
              <a:rPr lang="en-IN" b="1" dirty="0"/>
              <a:t>Split Dataset</a:t>
            </a:r>
            <a:br>
              <a:rPr lang="en-IN" dirty="0"/>
            </a:br>
            <a:r>
              <a:rPr lang="en-IN" dirty="0"/>
              <a:t>Divide the data into 80% training and 20% testing. </a:t>
            </a:r>
          </a:p>
          <a:p>
            <a:pPr marL="342900" lvl="0" indent="-342900">
              <a:buFont typeface="+mj-lt"/>
              <a:buAutoNum type="arabicPeriod"/>
            </a:pPr>
            <a:r>
              <a:rPr lang="en-IN" b="1" dirty="0"/>
              <a:t>Train Model</a:t>
            </a:r>
            <a:br>
              <a:rPr lang="en-IN" dirty="0"/>
            </a:br>
            <a:r>
              <a:rPr lang="en-IN" dirty="0"/>
              <a:t>Apply Logistic Regression using the training data. </a:t>
            </a:r>
          </a:p>
          <a:p>
            <a:pPr marL="342900" lvl="0" indent="-342900">
              <a:buFont typeface="+mj-lt"/>
              <a:buAutoNum type="arabicPeriod"/>
            </a:pPr>
            <a:r>
              <a:rPr lang="en-IN" b="1" dirty="0"/>
              <a:t>Make Prediction</a:t>
            </a:r>
            <a:br>
              <a:rPr lang="en-IN" dirty="0"/>
            </a:br>
            <a:r>
              <a:rPr lang="en-IN" dirty="0"/>
              <a:t>Predict whether a book will be Overdue or Not Overdue. </a:t>
            </a:r>
          </a:p>
          <a:p>
            <a:pPr marL="342900" lvl="0" indent="-342900">
              <a:buFont typeface="+mj-lt"/>
              <a:buAutoNum type="arabicPeriod"/>
            </a:pPr>
            <a:r>
              <a:rPr lang="en-IN" b="1" dirty="0"/>
              <a:t>Evaluate Model</a:t>
            </a:r>
            <a:br>
              <a:rPr lang="en-IN" dirty="0"/>
            </a:br>
            <a:r>
              <a:rPr lang="en-IN" dirty="0"/>
              <a:t>Check the model using Accuracy, Precision, Recall, and F1-Score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1096791"/>
            <a:ext cx="10972800" cy="594360"/>
          </a:xfrm>
          <a:prstGeom prst="rect">
            <a:avLst/>
          </a:prstGeom>
          <a:noFill/>
        </p:spPr>
        <p:txBody>
          <a:bodyPr wrap="none">
            <a:spAutoFit/>
          </a:bodyPr>
          <a:lstStyle/>
          <a:p>
            <a:pPr>
              <a:defRPr sz="2600" b="1">
                <a:solidFill>
                  <a:srgbClr val="1F3756"/>
                </a:solidFill>
              </a:defRPr>
            </a:pPr>
            <a:r>
              <a:rPr dirty="0"/>
              <a:t>VISUALIZATION &amp; INTERPRETATION</a:t>
            </a:r>
          </a:p>
        </p:txBody>
      </p:sp>
      <p:sp>
        <p:nvSpPr>
          <p:cNvPr id="4" name="Rounded Rectangle 3"/>
          <p:cNvSpPr/>
          <p:nvPr/>
        </p:nvSpPr>
        <p:spPr>
          <a:xfrm>
            <a:off x="640080" y="185682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804671" y="1894499"/>
            <a:ext cx="3145536" cy="1461939"/>
          </a:xfrm>
          <a:prstGeom prst="rect">
            <a:avLst/>
          </a:prstGeom>
          <a:noFill/>
        </p:spPr>
        <p:txBody>
          <a:bodyPr wrap="square">
            <a:spAutoFit/>
          </a:bodyPr>
          <a:lstStyle/>
          <a:p>
            <a:r>
              <a:rPr lang="en-IN" b="1" dirty="0">
                <a:solidFill>
                  <a:schemeClr val="tx2">
                    <a:lumMod val="75000"/>
                  </a:schemeClr>
                </a:solidFill>
              </a:rPr>
              <a:t>Book Status Overview</a:t>
            </a:r>
          </a:p>
          <a:p>
            <a:r>
              <a:rPr lang="en-IN" sz="1400" dirty="0"/>
              <a:t>Shows the distribution of returned, overdue, and issued books, helping understand the current status of library books.</a:t>
            </a:r>
          </a:p>
          <a:p>
            <a:pPr>
              <a:defRPr sz="1500" b="1">
                <a:solidFill>
                  <a:srgbClr val="1F3756"/>
                </a:solidFill>
              </a:defRPr>
            </a:pPr>
            <a:endParaRPr dirty="0"/>
          </a:p>
        </p:txBody>
      </p:sp>
      <p:sp>
        <p:nvSpPr>
          <p:cNvPr id="6" name="Rounded Rectangle 5"/>
          <p:cNvSpPr/>
          <p:nvPr/>
        </p:nvSpPr>
        <p:spPr>
          <a:xfrm>
            <a:off x="4328312" y="1823410"/>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TextBox 6"/>
          <p:cNvSpPr txBox="1"/>
          <p:nvPr/>
        </p:nvSpPr>
        <p:spPr>
          <a:xfrm>
            <a:off x="4425695" y="1817888"/>
            <a:ext cx="3145536" cy="1231106"/>
          </a:xfrm>
          <a:prstGeom prst="rect">
            <a:avLst/>
          </a:prstGeom>
          <a:noFill/>
        </p:spPr>
        <p:txBody>
          <a:bodyPr wrap="square">
            <a:spAutoFit/>
          </a:bodyPr>
          <a:lstStyle/>
          <a:p>
            <a:r>
              <a:rPr lang="en-IN" b="1" dirty="0">
                <a:solidFill>
                  <a:schemeClr val="tx2">
                    <a:lumMod val="75000"/>
                  </a:schemeClr>
                </a:solidFill>
              </a:rPr>
              <a:t>Author-wise Distribution</a:t>
            </a:r>
          </a:p>
          <a:p>
            <a:r>
              <a:rPr lang="en-IN" sz="1400" dirty="0"/>
              <a:t>Compares the number of books available for different authors and identifies authors with higher or lower representation.</a:t>
            </a:r>
          </a:p>
        </p:txBody>
      </p:sp>
      <p:sp>
        <p:nvSpPr>
          <p:cNvPr id="8" name="Rounded Rectangle 7"/>
          <p:cNvSpPr/>
          <p:nvPr/>
        </p:nvSpPr>
        <p:spPr>
          <a:xfrm>
            <a:off x="8046720" y="185682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817888"/>
            <a:ext cx="3145536" cy="1231106"/>
          </a:xfrm>
          <a:prstGeom prst="rect">
            <a:avLst/>
          </a:prstGeom>
          <a:noFill/>
        </p:spPr>
        <p:txBody>
          <a:bodyPr wrap="square">
            <a:spAutoFit/>
          </a:bodyPr>
          <a:lstStyle/>
          <a:p>
            <a:r>
              <a:rPr lang="en-IN" b="1" dirty="0">
                <a:solidFill>
                  <a:schemeClr val="tx2">
                    <a:lumMod val="75000"/>
                  </a:schemeClr>
                </a:solidFill>
              </a:rPr>
              <a:t>Book Category Analysis</a:t>
            </a:r>
          </a:p>
          <a:p>
            <a:r>
              <a:rPr lang="en-IN" sz="1400" dirty="0"/>
              <a:t>Shows the distribution of books across different categories, helping identify the major subject areas available in the library.</a:t>
            </a:r>
          </a:p>
        </p:txBody>
      </p:sp>
      <p:sp>
        <p:nvSpPr>
          <p:cNvPr id="10" name="Rounded Rectangle 9"/>
          <p:cNvSpPr/>
          <p:nvPr/>
        </p:nvSpPr>
        <p:spPr>
          <a:xfrm>
            <a:off x="640080" y="345702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3585038"/>
            <a:ext cx="3145536" cy="1015663"/>
          </a:xfrm>
          <a:prstGeom prst="rect">
            <a:avLst/>
          </a:prstGeom>
          <a:noFill/>
        </p:spPr>
        <p:txBody>
          <a:bodyPr wrap="square">
            <a:spAutoFit/>
          </a:bodyPr>
          <a:lstStyle/>
          <a:p>
            <a:r>
              <a:rPr lang="en-IN" b="1" dirty="0">
                <a:solidFill>
                  <a:schemeClr val="tx2">
                    <a:lumMod val="75000"/>
                  </a:schemeClr>
                </a:solidFill>
              </a:rPr>
              <a:t>Borrowing Analysis</a:t>
            </a:r>
          </a:p>
          <a:p>
            <a:r>
              <a:rPr lang="en-IN" sz="1400" dirty="0"/>
              <a:t>Examines book borrowing patterns to identify frequently borrowed books and understand user demand.</a:t>
            </a:r>
          </a:p>
        </p:txBody>
      </p:sp>
      <p:sp>
        <p:nvSpPr>
          <p:cNvPr id="14" name="Rounded Rectangle 13"/>
          <p:cNvSpPr/>
          <p:nvPr/>
        </p:nvSpPr>
        <p:spPr>
          <a:xfrm>
            <a:off x="4383368" y="3418710"/>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flipH="1">
            <a:off x="4425695" y="3548631"/>
            <a:ext cx="3474721" cy="830997"/>
          </a:xfrm>
          <a:prstGeom prst="rect">
            <a:avLst/>
          </a:prstGeom>
          <a:noFill/>
        </p:spPr>
        <p:txBody>
          <a:bodyPr wrap="square">
            <a:spAutoFit/>
          </a:bodyPr>
          <a:lstStyle/>
          <a:p>
            <a:pPr>
              <a:defRPr sz="1500" b="1">
                <a:solidFill>
                  <a:srgbClr val="1F3756"/>
                </a:solidFill>
              </a:defRPr>
            </a:pPr>
            <a:r>
              <a:rPr lang="en-US" sz="2000" dirty="0"/>
              <a:t>Why this matters</a:t>
            </a:r>
          </a:p>
          <a:p>
            <a:pPr>
              <a:defRPr sz="1250">
                <a:solidFill>
                  <a:srgbClr val="2D2D2D"/>
                </a:solidFill>
              </a:defRPr>
            </a:pPr>
            <a:r>
              <a:rPr lang="en-US" sz="1400" dirty="0">
                <a:solidFill>
                  <a:srgbClr val="2D2D2D"/>
                </a:solidFill>
              </a:rPr>
              <a:t>Visualizations make library data easier to understand for better library management.</a:t>
            </a:r>
            <a:endParaRPr lang="en-US" sz="1400" dirty="0"/>
          </a:p>
        </p:txBody>
      </p:sp>
      <p:sp>
        <p:nvSpPr>
          <p:cNvPr id="16" name="TextBox 15"/>
          <p:cNvSpPr txBox="1"/>
          <p:nvPr/>
        </p:nvSpPr>
        <p:spPr>
          <a:xfrm>
            <a:off x="731028" y="4948742"/>
            <a:ext cx="10424160" cy="1815882"/>
          </a:xfrm>
          <a:prstGeom prst="rect">
            <a:avLst/>
          </a:prstGeom>
          <a:noFill/>
        </p:spPr>
        <p:txBody>
          <a:bodyPr wrap="square">
            <a:spAutoFit/>
          </a:bodyPr>
          <a:lstStyle/>
          <a:p>
            <a:r>
              <a:rPr lang="en-IN" sz="1600" dirty="0"/>
              <a:t>Example Interpretation</a:t>
            </a:r>
          </a:p>
          <a:p>
            <a:r>
              <a:rPr lang="en-IN" sz="1600" dirty="0"/>
              <a:t>Most books are returned, while a smaller number are overdue or currently issued, indicating the overall status of book circulation.</a:t>
            </a:r>
          </a:p>
          <a:p>
            <a:r>
              <a:rPr lang="en-IN" sz="1600" dirty="0"/>
              <a:t>Author-wise analysis shows that most authors have a similar number of books, with some authors having relatively higher or lower representation.</a:t>
            </a:r>
          </a:p>
          <a:p>
            <a:r>
              <a:rPr lang="en-IN" sz="1600" dirty="0"/>
              <a:t>These visual findings support the project objective by providing useful insights into library operations and helping in the prediction and management stages.</a:t>
            </a:r>
          </a:p>
        </p:txBody>
      </p:sp>
      <p:pic>
        <p:nvPicPr>
          <p:cNvPr id="18" name="object 3">
            <a:extLst>
              <a:ext uri="{FF2B5EF4-FFF2-40B4-BE49-F238E27FC236}">
                <a16:creationId xmlns:a16="http://schemas.microsoft.com/office/drawing/2014/main" id="{C48719DD-6D55-7C7B-C2F4-92C890A84FB2}"/>
              </a:ext>
            </a:extLst>
          </p:cNvPr>
          <p:cNvPicPr/>
          <p:nvPr/>
        </p:nvPicPr>
        <p:blipFill>
          <a:blip r:embed="rId2" cstate="print"/>
          <a:stretch>
            <a:fillRect/>
          </a:stretch>
        </p:blipFill>
        <p:spPr>
          <a:xfrm>
            <a:off x="290750" y="204310"/>
            <a:ext cx="1361070" cy="499189"/>
          </a:xfrm>
          <a:prstGeom prst="rect">
            <a:avLst/>
          </a:prstGeom>
        </p:spPr>
      </p:pic>
      <p:sp>
        <p:nvSpPr>
          <p:cNvPr id="22" name="TextBox 21">
            <a:extLst>
              <a:ext uri="{FF2B5EF4-FFF2-40B4-BE49-F238E27FC236}">
                <a16:creationId xmlns:a16="http://schemas.microsoft.com/office/drawing/2014/main" id="{05E1EA5D-07DF-4F19-58BC-E99706732EDE}"/>
              </a:ext>
            </a:extLst>
          </p:cNvPr>
          <p:cNvSpPr txBox="1"/>
          <p:nvPr/>
        </p:nvSpPr>
        <p:spPr>
          <a:xfrm>
            <a:off x="5319252" y="4414684"/>
            <a:ext cx="184731" cy="369332"/>
          </a:xfrm>
          <a:prstGeom prst="rect">
            <a:avLst/>
          </a:prstGeom>
          <a:noFill/>
        </p:spPr>
        <p:txBody>
          <a:bodyPr wrap="none" rtlCol="0">
            <a:spAutoFit/>
          </a:bodyPr>
          <a:lstStyle/>
          <a:p>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929641"/>
            <a:ext cx="10972800" cy="594360"/>
          </a:xfrm>
          <a:prstGeom prst="rect">
            <a:avLst/>
          </a:prstGeom>
          <a:noFill/>
        </p:spPr>
        <p:txBody>
          <a:bodyPr wrap="none">
            <a:spAutoFit/>
          </a:bodyPr>
          <a:lstStyle/>
          <a:p>
            <a:pPr>
              <a:defRPr sz="2600" b="1">
                <a:solidFill>
                  <a:srgbClr val="1F3756"/>
                </a:solidFill>
              </a:defRPr>
            </a:pPr>
            <a:r>
              <a:rPr dirty="0"/>
              <a:t>RESULTS &amp; KEY INSIGHTS</a:t>
            </a:r>
          </a:p>
        </p:txBody>
      </p:sp>
      <p:sp>
        <p:nvSpPr>
          <p:cNvPr id="4" name="Rounded Rectangle 3"/>
          <p:cNvSpPr/>
          <p:nvPr/>
        </p:nvSpPr>
        <p:spPr>
          <a:xfrm>
            <a:off x="64008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5" name="TextBox 4"/>
          <p:cNvSpPr txBox="1"/>
          <p:nvPr/>
        </p:nvSpPr>
        <p:spPr>
          <a:xfrm>
            <a:off x="783041" y="1977496"/>
            <a:ext cx="3145536" cy="969496"/>
          </a:xfrm>
          <a:prstGeom prst="rect">
            <a:avLst/>
          </a:prstGeom>
          <a:noFill/>
        </p:spPr>
        <p:txBody>
          <a:bodyPr wrap="square">
            <a:spAutoFit/>
          </a:bodyPr>
          <a:lstStyle/>
          <a:p>
            <a:pPr>
              <a:defRPr sz="1500" b="1">
                <a:solidFill>
                  <a:srgbClr val="1F3756"/>
                </a:solidFill>
              </a:defRPr>
            </a:pPr>
            <a:r>
              <a:rPr dirty="0"/>
              <a:t>Finding 1</a:t>
            </a:r>
          </a:p>
          <a:p>
            <a:pPr>
              <a:defRPr sz="1250">
                <a:solidFill>
                  <a:srgbClr val="2D2D2D"/>
                </a:solidFill>
              </a:defRPr>
            </a:pPr>
            <a:r>
              <a:rPr lang="en-IN" sz="1400" b="1" dirty="0">
                <a:solidFill>
                  <a:srgbClr val="2D2D2D"/>
                </a:solidFill>
              </a:rPr>
              <a:t>Book Status:</a:t>
            </a:r>
            <a:r>
              <a:rPr lang="en-IN" sz="1400" dirty="0">
                <a:solidFill>
                  <a:srgbClr val="2D2D2D"/>
                </a:solidFill>
              </a:rPr>
              <a:t> Most books in the library are returned, while the remaining books are either issued or overdue.</a:t>
            </a:r>
            <a:endParaRPr sz="1400" dirty="0"/>
          </a:p>
        </p:txBody>
      </p:sp>
      <p:sp>
        <p:nvSpPr>
          <p:cNvPr id="6" name="Rounded Rectangle 5"/>
          <p:cNvSpPr/>
          <p:nvPr/>
        </p:nvSpPr>
        <p:spPr>
          <a:xfrm>
            <a:off x="434340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497176" y="1978252"/>
            <a:ext cx="3145536" cy="1184940"/>
          </a:xfrm>
          <a:prstGeom prst="rect">
            <a:avLst/>
          </a:prstGeom>
          <a:noFill/>
        </p:spPr>
        <p:txBody>
          <a:bodyPr wrap="square">
            <a:spAutoFit/>
          </a:bodyPr>
          <a:lstStyle/>
          <a:p>
            <a:pPr>
              <a:defRPr sz="1500" b="1">
                <a:solidFill>
                  <a:srgbClr val="1F3756"/>
                </a:solidFill>
              </a:defRPr>
            </a:pPr>
            <a:r>
              <a:rPr dirty="0"/>
              <a:t>Finding 2</a:t>
            </a:r>
          </a:p>
          <a:p>
            <a:pPr>
              <a:defRPr sz="1250">
                <a:solidFill>
                  <a:srgbClr val="2D2D2D"/>
                </a:solidFill>
              </a:defRPr>
            </a:pPr>
            <a:r>
              <a:rPr lang="en-IN" sz="1400" b="1" dirty="0">
                <a:solidFill>
                  <a:srgbClr val="2D2D2D"/>
                </a:solidFill>
              </a:rPr>
              <a:t>Author Distribution:</a:t>
            </a:r>
            <a:r>
              <a:rPr lang="en-IN" sz="1400" dirty="0">
                <a:solidFill>
                  <a:srgbClr val="2D2D2D"/>
                </a:solidFill>
              </a:rPr>
              <a:t> Most authors have a similar number of books, while a few authors have comparatively higher or lower representation.</a:t>
            </a:r>
            <a:endParaRPr sz="1400" dirty="0"/>
          </a:p>
        </p:txBody>
      </p:sp>
      <p:sp>
        <p:nvSpPr>
          <p:cNvPr id="8" name="Rounded Rectangle 7"/>
          <p:cNvSpPr/>
          <p:nvPr/>
        </p:nvSpPr>
        <p:spPr>
          <a:xfrm>
            <a:off x="804672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1957282"/>
            <a:ext cx="3145536" cy="1184940"/>
          </a:xfrm>
          <a:prstGeom prst="rect">
            <a:avLst/>
          </a:prstGeom>
          <a:noFill/>
        </p:spPr>
        <p:txBody>
          <a:bodyPr wrap="square">
            <a:spAutoFit/>
          </a:bodyPr>
          <a:lstStyle/>
          <a:p>
            <a:pPr>
              <a:defRPr sz="1500" b="1">
                <a:solidFill>
                  <a:srgbClr val="1F3756"/>
                </a:solidFill>
              </a:defRPr>
            </a:pPr>
            <a:r>
              <a:rPr dirty="0"/>
              <a:t>Finding 3</a:t>
            </a:r>
          </a:p>
          <a:p>
            <a:pPr>
              <a:defRPr sz="1250">
                <a:solidFill>
                  <a:srgbClr val="2D2D2D"/>
                </a:solidFill>
              </a:defRPr>
            </a:pPr>
            <a:r>
              <a:rPr lang="en-IN" sz="1400" b="1" dirty="0">
                <a:solidFill>
                  <a:srgbClr val="2D2D2D"/>
                </a:solidFill>
              </a:rPr>
              <a:t>Book Availability:</a:t>
            </a:r>
            <a:r>
              <a:rPr lang="en-IN" sz="1400" dirty="0">
                <a:solidFill>
                  <a:srgbClr val="2D2D2D"/>
                </a:solidFill>
              </a:rPr>
              <a:t> The analysis shows the current distribution of available and issued books, helping understand library resource availability.</a:t>
            </a:r>
            <a:endParaRPr sz="1400" dirty="0"/>
          </a:p>
        </p:txBody>
      </p:sp>
      <p:sp>
        <p:nvSpPr>
          <p:cNvPr id="10" name="Rounded Rectangle 9"/>
          <p:cNvSpPr/>
          <p:nvPr/>
        </p:nvSpPr>
        <p:spPr>
          <a:xfrm>
            <a:off x="64008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1" y="3441292"/>
            <a:ext cx="3145536" cy="1184940"/>
          </a:xfrm>
          <a:prstGeom prst="rect">
            <a:avLst/>
          </a:prstGeom>
          <a:noFill/>
        </p:spPr>
        <p:txBody>
          <a:bodyPr wrap="square">
            <a:spAutoFit/>
          </a:bodyPr>
          <a:lstStyle/>
          <a:p>
            <a:pPr>
              <a:defRPr sz="1500" b="1">
                <a:solidFill>
                  <a:srgbClr val="1F3756"/>
                </a:solidFill>
              </a:defRPr>
            </a:pPr>
            <a:r>
              <a:rPr lang="en-IN" sz="1500" b="1" dirty="0">
                <a:solidFill>
                  <a:srgbClr val="1F3756"/>
                </a:solidFill>
              </a:rPr>
              <a:t>Borrowing Insight</a:t>
            </a:r>
            <a:endParaRPr dirty="0"/>
          </a:p>
          <a:p>
            <a:pPr>
              <a:defRPr sz="1250">
                <a:solidFill>
                  <a:srgbClr val="2D2D2D"/>
                </a:solidFill>
              </a:defRPr>
            </a:pPr>
            <a:r>
              <a:rPr lang="en-IN" sz="1400" dirty="0">
                <a:solidFill>
                  <a:srgbClr val="2D2D2D"/>
                </a:solidFill>
              </a:rPr>
              <a:t>The analysis identifies frequently borrowed books and categories, providing useful information about user demand.</a:t>
            </a:r>
            <a:endParaRPr sz="1400" dirty="0"/>
          </a:p>
        </p:txBody>
      </p:sp>
      <p:sp>
        <p:nvSpPr>
          <p:cNvPr id="12" name="Rounded Rectangle 11"/>
          <p:cNvSpPr/>
          <p:nvPr/>
        </p:nvSpPr>
        <p:spPr>
          <a:xfrm>
            <a:off x="434340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414684" y="3441490"/>
            <a:ext cx="3238844" cy="969496"/>
          </a:xfrm>
          <a:prstGeom prst="rect">
            <a:avLst/>
          </a:prstGeom>
          <a:noFill/>
        </p:spPr>
        <p:txBody>
          <a:bodyPr wrap="square">
            <a:spAutoFit/>
          </a:bodyPr>
          <a:lstStyle/>
          <a:p>
            <a:pPr>
              <a:defRPr sz="1500" b="1">
                <a:solidFill>
                  <a:srgbClr val="1F3756"/>
                </a:solidFill>
              </a:defRPr>
            </a:pPr>
            <a:r>
              <a:rPr lang="en-IN" sz="1500" b="1" dirty="0">
                <a:solidFill>
                  <a:srgbClr val="1F3756"/>
                </a:solidFill>
              </a:rPr>
              <a:t>Overdue Insight</a:t>
            </a:r>
            <a:endParaRPr dirty="0"/>
          </a:p>
          <a:p>
            <a:pPr>
              <a:defRPr sz="1250">
                <a:solidFill>
                  <a:srgbClr val="2D2D2D"/>
                </a:solidFill>
              </a:defRPr>
            </a:pPr>
            <a:r>
              <a:rPr lang="en-IN" sz="1400" dirty="0">
                <a:solidFill>
                  <a:srgbClr val="2D2D2D"/>
                </a:solidFill>
              </a:rPr>
              <a:t>A noticeable number of books are overdue, highlighting the importance of monitoring return dates</a:t>
            </a:r>
            <a:r>
              <a:rPr lang="en-IN" sz="1250" dirty="0">
                <a:solidFill>
                  <a:srgbClr val="2D2D2D"/>
                </a:solidFill>
              </a:rPr>
              <a:t>.</a:t>
            </a:r>
            <a:endParaRPr dirty="0"/>
          </a:p>
        </p:txBody>
      </p:sp>
      <p:sp>
        <p:nvSpPr>
          <p:cNvPr id="14" name="Rounded Rectangle 13"/>
          <p:cNvSpPr/>
          <p:nvPr/>
        </p:nvSpPr>
        <p:spPr>
          <a:xfrm>
            <a:off x="804672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11312" y="3441490"/>
            <a:ext cx="3145536" cy="1184940"/>
          </a:xfrm>
          <a:prstGeom prst="rect">
            <a:avLst/>
          </a:prstGeom>
          <a:noFill/>
        </p:spPr>
        <p:txBody>
          <a:bodyPr wrap="square">
            <a:spAutoFit/>
          </a:bodyPr>
          <a:lstStyle/>
          <a:p>
            <a:pPr>
              <a:defRPr sz="1500" b="1">
                <a:solidFill>
                  <a:srgbClr val="1F3756"/>
                </a:solidFill>
              </a:defRPr>
            </a:pPr>
            <a:r>
              <a:rPr lang="en-IN" sz="1500" b="1" dirty="0">
                <a:solidFill>
                  <a:srgbClr val="1F3756"/>
                </a:solidFill>
              </a:rPr>
              <a:t>Prediction Model</a:t>
            </a:r>
            <a:endParaRPr dirty="0"/>
          </a:p>
          <a:p>
            <a:r>
              <a:rPr lang="en-IN" sz="1400" dirty="0"/>
              <a:t>The classification model can use historical borrowing information to predict whether a book is likely to become overdue or not overdue.</a:t>
            </a:r>
          </a:p>
        </p:txBody>
      </p:sp>
      <p:sp>
        <p:nvSpPr>
          <p:cNvPr id="16" name="TextBox 15"/>
          <p:cNvSpPr txBox="1"/>
          <p:nvPr/>
        </p:nvSpPr>
        <p:spPr>
          <a:xfrm>
            <a:off x="822960" y="5041492"/>
            <a:ext cx="10515600" cy="1323439"/>
          </a:xfrm>
          <a:prstGeom prst="rect">
            <a:avLst/>
          </a:prstGeom>
          <a:noFill/>
        </p:spPr>
        <p:txBody>
          <a:bodyPr wrap="square">
            <a:spAutoFit/>
          </a:bodyPr>
          <a:lstStyle/>
          <a:p>
            <a:r>
              <a:rPr lang="en-IN" sz="1600" dirty="0"/>
              <a:t>The completed pipeline moves from library records → data cleaning → preprocessing → exploratory analysis → visualization → prediction → evaluation.</a:t>
            </a:r>
          </a:p>
          <a:p>
            <a:r>
              <a:rPr lang="en-IN" sz="1600" dirty="0"/>
              <a:t>The analysis provides useful insights into book status, availability, authors, borrowing patterns, and overdue books.</a:t>
            </a:r>
          </a:p>
          <a:p>
            <a:r>
              <a:rPr lang="en-IN" sz="1600" dirty="0"/>
              <a:t>The prediction model provides a baseline for identifying potential overdue books and can be improved with additional features and models in future work.</a:t>
            </a:r>
          </a:p>
        </p:txBody>
      </p:sp>
      <p:pic>
        <p:nvPicPr>
          <p:cNvPr id="18" name="object 3">
            <a:extLst>
              <a:ext uri="{FF2B5EF4-FFF2-40B4-BE49-F238E27FC236}">
                <a16:creationId xmlns:a16="http://schemas.microsoft.com/office/drawing/2014/main" id="{F4AA93A8-D673-58E0-DDB9-7D2B1AFA0082}"/>
              </a:ext>
            </a:extLst>
          </p:cNvPr>
          <p:cNvPicPr/>
          <p:nvPr/>
        </p:nvPicPr>
        <p:blipFill>
          <a:blip r:embed="rId3" cstate="print"/>
          <a:stretch>
            <a:fillRect/>
          </a:stretch>
        </p:blipFill>
        <p:spPr>
          <a:xfrm>
            <a:off x="290750" y="204310"/>
            <a:ext cx="1361070" cy="4991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841152"/>
            <a:ext cx="2022348" cy="492443"/>
          </a:xfrm>
          <a:prstGeom prst="rect">
            <a:avLst/>
          </a:prstGeom>
          <a:noFill/>
        </p:spPr>
        <p:txBody>
          <a:bodyPr wrap="none">
            <a:spAutoFit/>
          </a:bodyPr>
          <a:lstStyle/>
          <a:p>
            <a:pPr>
              <a:defRPr sz="2600" b="1">
                <a:solidFill>
                  <a:srgbClr val="1F3756"/>
                </a:solidFill>
              </a:defRPr>
            </a:pPr>
            <a:r>
              <a:rPr dirty="0"/>
              <a:t>CONCLUSION</a:t>
            </a:r>
          </a:p>
        </p:txBody>
      </p:sp>
      <p:sp>
        <p:nvSpPr>
          <p:cNvPr id="4" name="TextBox 3"/>
          <p:cNvSpPr txBox="1"/>
          <p:nvPr/>
        </p:nvSpPr>
        <p:spPr>
          <a:xfrm>
            <a:off x="777240" y="1436988"/>
            <a:ext cx="10607040" cy="3170099"/>
          </a:xfrm>
          <a:prstGeom prst="rect">
            <a:avLst/>
          </a:prstGeom>
          <a:noFill/>
        </p:spPr>
        <p:txBody>
          <a:bodyPr wrap="square">
            <a:spAutoFit/>
          </a:bodyPr>
          <a:lstStyle/>
          <a:p>
            <a:r>
              <a:rPr lang="en-IN" sz="2000" dirty="0"/>
              <a:t>The Library Management System project demonstrates a complete data-analysis and prediction workflow.</a:t>
            </a:r>
          </a:p>
          <a:p>
            <a:r>
              <a:rPr lang="en-IN" sz="2000" dirty="0"/>
              <a:t>The library dataset was inspected, cleaned, </a:t>
            </a:r>
            <a:r>
              <a:rPr lang="en-IN" sz="2000" dirty="0" err="1"/>
              <a:t>preprocessed</a:t>
            </a:r>
            <a:r>
              <a:rPr lang="en-IN" sz="2000" dirty="0"/>
              <a:t>, and </a:t>
            </a:r>
            <a:r>
              <a:rPr lang="en-IN" sz="2000" dirty="0" err="1"/>
              <a:t>analyzed</a:t>
            </a:r>
            <a:r>
              <a:rPr lang="en-IN" sz="2000" dirty="0"/>
              <a:t> to understand book-related information.</a:t>
            </a:r>
          </a:p>
          <a:p>
            <a:r>
              <a:rPr lang="en-IN" sz="2000" dirty="0"/>
              <a:t>EDA and visualizations were used to identify meaningful patterns in book status, author distribution, book categories, availability, and borrowing activity.</a:t>
            </a:r>
          </a:p>
          <a:p>
            <a:r>
              <a:rPr lang="en-IN" sz="2000" dirty="0"/>
              <a:t>A classification model was implemented to predict whether a book is likely to become overdue or not overdue.</a:t>
            </a:r>
          </a:p>
          <a:p>
            <a:r>
              <a:rPr lang="en-IN" sz="2000" dirty="0"/>
              <a:t>The project combines data analysis, visualization, prediction, and evaluation to provide useful insights for library management.</a:t>
            </a:r>
          </a:p>
        </p:txBody>
      </p:sp>
      <p:pic>
        <p:nvPicPr>
          <p:cNvPr id="8" name="object 3">
            <a:extLst>
              <a:ext uri="{FF2B5EF4-FFF2-40B4-BE49-F238E27FC236}">
                <a16:creationId xmlns:a16="http://schemas.microsoft.com/office/drawing/2014/main" id="{5340D3B1-A129-AAB3-4A8C-C03BB3896133}"/>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0" y="2468880"/>
            <a:ext cx="7589520" cy="1371600"/>
          </a:xfrm>
          <a:prstGeom prst="rect">
            <a:avLst/>
          </a:prstGeom>
          <a:noFill/>
        </p:spPr>
        <p:txBody>
          <a:bodyPr wrap="none">
            <a:spAutoFit/>
          </a:bodyPr>
          <a:lstStyle/>
          <a:p>
            <a:pPr algn="ctr">
              <a:defRPr sz="4000" b="1">
                <a:solidFill>
                  <a:srgbClr val="1F3756"/>
                </a:solidFill>
              </a:defRPr>
            </a:pPr>
            <a:r>
              <a:t>THANK YOU</a:t>
            </a:r>
          </a:p>
          <a:p>
            <a:pPr algn="ctr">
              <a:defRPr sz="2200">
                <a:solidFill>
                  <a:srgbClr val="4472C4"/>
                </a:solidFill>
              </a:defRPr>
            </a:pPr>
            <a:r>
              <a:t>Questions &amp; Viva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502</TotalTime>
  <Words>1465</Words>
  <Application>Microsoft Office PowerPoint</Application>
  <PresentationFormat>Widescreen</PresentationFormat>
  <Paragraphs>191</Paragraphs>
  <Slides>18</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sai venkatalakshmi</dc:creator>
  <cp:keywords/>
  <dc:description>generated using python-pptx</dc:description>
  <cp:lastModifiedBy>Madhu Shalini Pinapothu</cp:lastModifiedBy>
  <cp:revision>18</cp:revision>
  <dcterms:created xsi:type="dcterms:W3CDTF">2013-01-27T09:14:16Z</dcterms:created>
  <dcterms:modified xsi:type="dcterms:W3CDTF">2026-10-25T15:09:13Z</dcterms:modified>
  <cp:category/>
</cp:coreProperties>
</file>